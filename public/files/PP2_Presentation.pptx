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9"/>
  </p:handoutMasterIdLst>
  <p:sldIdLst>
    <p:sldId id="312" r:id="rId2"/>
    <p:sldId id="284" r:id="rId3"/>
    <p:sldId id="311" r:id="rId4"/>
    <p:sldId id="304" r:id="rId5"/>
    <p:sldId id="308" r:id="rId6"/>
    <p:sldId id="288" r:id="rId7"/>
    <p:sldId id="313" r:id="rId8"/>
    <p:sldId id="310" r:id="rId9"/>
    <p:sldId id="315" r:id="rId10"/>
    <p:sldId id="314" r:id="rId11"/>
    <p:sldId id="301" r:id="rId12"/>
    <p:sldId id="283" r:id="rId13"/>
    <p:sldId id="306" r:id="rId14"/>
    <p:sldId id="316" r:id="rId15"/>
    <p:sldId id="317" r:id="rId16"/>
    <p:sldId id="285" r:id="rId17"/>
    <p:sldId id="31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78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370" userDrawn="1">
          <p15:clr>
            <a:srgbClr val="A4A3A4"/>
          </p15:clr>
        </p15:guide>
        <p15:guide id="6" pos="7333" userDrawn="1">
          <p15:clr>
            <a:srgbClr val="A4A3A4"/>
          </p15:clr>
        </p15:guide>
        <p15:guide id="7" pos="665" userDrawn="1">
          <p15:clr>
            <a:srgbClr val="A4A3A4"/>
          </p15:clr>
        </p15:guide>
        <p15:guide id="8" pos="69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374" y="91"/>
      </p:cViewPr>
      <p:guideLst>
        <p:guide orient="horz" pos="2137"/>
        <p:guide pos="3840"/>
        <p:guide orient="horz" pos="278"/>
        <p:guide orient="horz" pos="3974"/>
        <p:guide pos="370"/>
        <p:guide pos="7333"/>
        <p:guide pos="665"/>
        <p:guide pos="69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216"/>
    </p:cViewPr>
  </p:sorterViewPr>
  <p:notesViewPr>
    <p:cSldViewPr snapToGrid="0" showGuides="1">
      <p:cViewPr varScale="1">
        <p:scale>
          <a:sx n="52" d="100"/>
          <a:sy n="52" d="100"/>
        </p:scale>
        <p:origin x="26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B6019-E696-49BC-9568-34BD6F97CAA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9D9A9-CA8E-46C0-9FA9-8C6D3F953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879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pptfreebies.com" TargetMode="External"/><Relationship Id="rId2" Type="http://schemas.openxmlformats.org/officeDocument/2006/relationships/hyperlink" Target="https://pptfreebies.com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tiktok.com/@pptfreebies" TargetMode="External"/><Relationship Id="rId4" Type="http://schemas.openxmlformats.org/officeDocument/2006/relationships/hyperlink" Target="https://www.pinterest.com/pptfreebies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FB2D6ED-64A1-3C07-48A5-76A836018E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89040" y="863600"/>
            <a:ext cx="5083555" cy="5994400"/>
          </a:xfrm>
          <a:custGeom>
            <a:avLst/>
            <a:gdLst>
              <a:gd name="connsiteX0" fmla="*/ 0 w 5083555"/>
              <a:gd name="connsiteY0" fmla="*/ 0 h 5994400"/>
              <a:gd name="connsiteX1" fmla="*/ 5083555 w 5083555"/>
              <a:gd name="connsiteY1" fmla="*/ 0 h 5994400"/>
              <a:gd name="connsiteX2" fmla="*/ 5083555 w 5083555"/>
              <a:gd name="connsiteY2" fmla="*/ 5994400 h 5994400"/>
              <a:gd name="connsiteX3" fmla="*/ 0 w 5083555"/>
              <a:gd name="connsiteY3" fmla="*/ 5994400 h 599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3555" h="5994400">
                <a:moveTo>
                  <a:pt x="0" y="0"/>
                </a:moveTo>
                <a:lnTo>
                  <a:pt x="5083555" y="0"/>
                </a:lnTo>
                <a:lnTo>
                  <a:pt x="5083555" y="5994400"/>
                </a:lnTo>
                <a:lnTo>
                  <a:pt x="0" y="5994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3657782-B349-8C60-C547-F8446CE71C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5162" y="4521999"/>
            <a:ext cx="802460" cy="80246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4E2654F-90FE-1BA9-E35B-EA5FE19A92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07611" y="4508374"/>
            <a:ext cx="832742" cy="832742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4AD45D0-94CF-345D-0E71-A2714715BD84}"/>
              </a:ext>
            </a:extLst>
          </p:cNvPr>
          <p:cNvSpPr/>
          <p:nvPr userDrawn="1"/>
        </p:nvSpPr>
        <p:spPr>
          <a:xfrm>
            <a:off x="4699802" y="3357492"/>
            <a:ext cx="7492198" cy="3500508"/>
          </a:xfrm>
          <a:custGeom>
            <a:avLst/>
            <a:gdLst>
              <a:gd name="connsiteX0" fmla="*/ 7492198 w 7492198"/>
              <a:gd name="connsiteY0" fmla="*/ 0 h 3500508"/>
              <a:gd name="connsiteX1" fmla="*/ 7492198 w 7492198"/>
              <a:gd name="connsiteY1" fmla="*/ 3500508 h 3500508"/>
              <a:gd name="connsiteX2" fmla="*/ 0 w 7492198"/>
              <a:gd name="connsiteY2" fmla="*/ 3500508 h 3500508"/>
              <a:gd name="connsiteX3" fmla="*/ 45848 w 7492198"/>
              <a:gd name="connsiteY3" fmla="*/ 3375350 h 3500508"/>
              <a:gd name="connsiteX4" fmla="*/ 3809458 w 7492198"/>
              <a:gd name="connsiteY4" fmla="*/ 1219158 h 3500508"/>
              <a:gd name="connsiteX5" fmla="*/ 6641444 w 7492198"/>
              <a:gd name="connsiteY5" fmla="*/ 485151 h 3500508"/>
              <a:gd name="connsiteX6" fmla="*/ 7375712 w 7492198"/>
              <a:gd name="connsiteY6" fmla="*/ 43636 h 3500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92198" h="3500508">
                <a:moveTo>
                  <a:pt x="7492198" y="0"/>
                </a:moveTo>
                <a:lnTo>
                  <a:pt x="7492198" y="3500508"/>
                </a:lnTo>
                <a:lnTo>
                  <a:pt x="0" y="3500508"/>
                </a:lnTo>
                <a:lnTo>
                  <a:pt x="45848" y="3375350"/>
                </a:lnTo>
                <a:cubicBezTo>
                  <a:pt x="671220" y="1881764"/>
                  <a:pt x="2227902" y="1004956"/>
                  <a:pt x="3809458" y="1219158"/>
                </a:cubicBezTo>
                <a:cubicBezTo>
                  <a:pt x="5421517" y="1409464"/>
                  <a:pt x="5654208" y="1284833"/>
                  <a:pt x="6641444" y="485151"/>
                </a:cubicBezTo>
                <a:cubicBezTo>
                  <a:pt x="6862635" y="301303"/>
                  <a:pt x="7110566" y="152332"/>
                  <a:pt x="7375712" y="43636"/>
                </a:cubicBezTo>
                <a:close/>
              </a:path>
            </a:pathLst>
          </a:custGeom>
          <a:solidFill>
            <a:schemeClr val="accent2"/>
          </a:solidFill>
          <a:ln w="81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98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BC464DF-9BC5-4CCB-6C56-EB7513D9B443}"/>
              </a:ext>
            </a:extLst>
          </p:cNvPr>
          <p:cNvSpPr/>
          <p:nvPr userDrawn="1"/>
        </p:nvSpPr>
        <p:spPr>
          <a:xfrm>
            <a:off x="0" y="0"/>
            <a:ext cx="5372854" cy="6858000"/>
          </a:xfrm>
          <a:custGeom>
            <a:avLst/>
            <a:gdLst>
              <a:gd name="connsiteX0" fmla="*/ 0 w 5372854"/>
              <a:gd name="connsiteY0" fmla="*/ 0 h 6858000"/>
              <a:gd name="connsiteX1" fmla="*/ 4920347 w 5372854"/>
              <a:gd name="connsiteY1" fmla="*/ 0 h 6858000"/>
              <a:gd name="connsiteX2" fmla="*/ 5055643 w 5372854"/>
              <a:gd name="connsiteY2" fmla="*/ 267590 h 6858000"/>
              <a:gd name="connsiteX3" fmla="*/ 4888409 w 5372854"/>
              <a:gd name="connsiteY3" fmla="*/ 3536204 h 6858000"/>
              <a:gd name="connsiteX4" fmla="*/ 4477568 w 5372854"/>
              <a:gd name="connsiteY4" fmla="*/ 6432774 h 6858000"/>
              <a:gd name="connsiteX5" fmla="*/ 4558750 w 5372854"/>
              <a:gd name="connsiteY5" fmla="*/ 6767328 h 6858000"/>
              <a:gd name="connsiteX6" fmla="*/ 4572156 w 5372854"/>
              <a:gd name="connsiteY6" fmla="*/ 6858000 h 6858000"/>
              <a:gd name="connsiteX7" fmla="*/ 0 w 537285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2854" h="6858000">
                <a:moveTo>
                  <a:pt x="0" y="0"/>
                </a:moveTo>
                <a:lnTo>
                  <a:pt x="4920347" y="0"/>
                </a:lnTo>
                <a:lnTo>
                  <a:pt x="5055643" y="267590"/>
                </a:lnTo>
                <a:cubicBezTo>
                  <a:pt x="5523184" y="1302354"/>
                  <a:pt x="5479194" y="2525857"/>
                  <a:pt x="4888409" y="3536204"/>
                </a:cubicBezTo>
                <a:cubicBezTo>
                  <a:pt x="4093129" y="4951294"/>
                  <a:pt x="4118752" y="5214014"/>
                  <a:pt x="4477568" y="6432774"/>
                </a:cubicBezTo>
                <a:cubicBezTo>
                  <a:pt x="4511453" y="6542719"/>
                  <a:pt x="4538542" y="6654469"/>
                  <a:pt x="4558750" y="6767328"/>
                </a:cubicBezTo>
                <a:lnTo>
                  <a:pt x="45721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81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090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4CDA557-741E-6467-515D-5C48796886F8}"/>
              </a:ext>
            </a:extLst>
          </p:cNvPr>
          <p:cNvSpPr/>
          <p:nvPr userDrawn="1"/>
        </p:nvSpPr>
        <p:spPr>
          <a:xfrm>
            <a:off x="8254816" y="2303742"/>
            <a:ext cx="3937185" cy="4554259"/>
          </a:xfrm>
          <a:custGeom>
            <a:avLst/>
            <a:gdLst>
              <a:gd name="connsiteX0" fmla="*/ 3394101 w 3937185"/>
              <a:gd name="connsiteY0" fmla="*/ 93 h 4554259"/>
              <a:gd name="connsiteX1" fmla="*/ 3796324 w 3937185"/>
              <a:gd name="connsiteY1" fmla="*/ 43938 h 4554259"/>
              <a:gd name="connsiteX2" fmla="*/ 3937185 w 3937185"/>
              <a:gd name="connsiteY2" fmla="*/ 83217 h 4554259"/>
              <a:gd name="connsiteX3" fmla="*/ 3937185 w 3937185"/>
              <a:gd name="connsiteY3" fmla="*/ 4554259 h 4554259"/>
              <a:gd name="connsiteX4" fmla="*/ 321674 w 3937185"/>
              <a:gd name="connsiteY4" fmla="*/ 4554259 h 4554259"/>
              <a:gd name="connsiteX5" fmla="*/ 307219 w 3937185"/>
              <a:gd name="connsiteY5" fmla="*/ 4535240 h 4554259"/>
              <a:gd name="connsiteX6" fmla="*/ 181 w 3937185"/>
              <a:gd name="connsiteY6" fmla="*/ 3585152 h 4554259"/>
              <a:gd name="connsiteX7" fmla="*/ 922293 w 3937185"/>
              <a:gd name="connsiteY7" fmla="*/ 2431601 h 4554259"/>
              <a:gd name="connsiteX8" fmla="*/ 1920515 w 3937185"/>
              <a:gd name="connsiteY8" fmla="*/ 2309719 h 4554259"/>
              <a:gd name="connsiteX9" fmla="*/ 2188137 w 3937185"/>
              <a:gd name="connsiteY9" fmla="*/ 902836 h 4554259"/>
              <a:gd name="connsiteX10" fmla="*/ 3394101 w 3937185"/>
              <a:gd name="connsiteY10" fmla="*/ 93 h 4554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37185" h="4554259">
                <a:moveTo>
                  <a:pt x="3394101" y="93"/>
                </a:moveTo>
                <a:cubicBezTo>
                  <a:pt x="3530287" y="-1355"/>
                  <a:pt x="3664675" y="14328"/>
                  <a:pt x="3796324" y="43938"/>
                </a:cubicBezTo>
                <a:lnTo>
                  <a:pt x="3937185" y="83217"/>
                </a:lnTo>
                <a:lnTo>
                  <a:pt x="3937185" y="4554259"/>
                </a:lnTo>
                <a:lnTo>
                  <a:pt x="321674" y="4554259"/>
                </a:lnTo>
                <a:lnTo>
                  <a:pt x="307219" y="4535240"/>
                </a:lnTo>
                <a:cubicBezTo>
                  <a:pt x="114357" y="4253228"/>
                  <a:pt x="-5299" y="3924184"/>
                  <a:pt x="181" y="3585152"/>
                </a:cubicBezTo>
                <a:cubicBezTo>
                  <a:pt x="8951" y="3042710"/>
                  <a:pt x="396090" y="2500502"/>
                  <a:pt x="922293" y="2431601"/>
                </a:cubicBezTo>
                <a:cubicBezTo>
                  <a:pt x="1261229" y="2383441"/>
                  <a:pt x="1643408" y="2511102"/>
                  <a:pt x="1920515" y="2309719"/>
                </a:cubicBezTo>
                <a:cubicBezTo>
                  <a:pt x="2312961" y="2014460"/>
                  <a:pt x="2086541" y="1386866"/>
                  <a:pt x="2188137" y="902836"/>
                </a:cubicBezTo>
                <a:cubicBezTo>
                  <a:pt x="2299044" y="364663"/>
                  <a:pt x="2851684" y="13776"/>
                  <a:pt x="3394101" y="93"/>
                </a:cubicBezTo>
                <a:close/>
              </a:path>
            </a:pathLst>
          </a:custGeom>
          <a:solidFill>
            <a:schemeClr val="accent1"/>
          </a:solidFill>
          <a:ln w="81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8AC50-32B6-9C99-A0D4-F99269F398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11429" y="1547158"/>
            <a:ext cx="3623932" cy="174353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912528B-E44A-A692-317B-69F53952105A}"/>
              </a:ext>
            </a:extLst>
          </p:cNvPr>
          <p:cNvSpPr/>
          <p:nvPr userDrawn="1"/>
        </p:nvSpPr>
        <p:spPr>
          <a:xfrm>
            <a:off x="1" y="0"/>
            <a:ext cx="2506927" cy="1330388"/>
          </a:xfrm>
          <a:custGeom>
            <a:avLst/>
            <a:gdLst>
              <a:gd name="connsiteX0" fmla="*/ 0 w 2506927"/>
              <a:gd name="connsiteY0" fmla="*/ 0 h 1330388"/>
              <a:gd name="connsiteX1" fmla="*/ 2506927 w 2506927"/>
              <a:gd name="connsiteY1" fmla="*/ 0 h 1330388"/>
              <a:gd name="connsiteX2" fmla="*/ 2496635 w 2506927"/>
              <a:gd name="connsiteY2" fmla="*/ 107105 h 1330388"/>
              <a:gd name="connsiteX3" fmla="*/ 2349373 w 2506927"/>
              <a:gd name="connsiteY3" fmla="*/ 511588 h 1330388"/>
              <a:gd name="connsiteX4" fmla="*/ 1345148 w 2506927"/>
              <a:gd name="connsiteY4" fmla="*/ 877739 h 1330388"/>
              <a:gd name="connsiteX5" fmla="*/ 674743 w 2506927"/>
              <a:gd name="connsiteY5" fmla="*/ 583742 h 1330388"/>
              <a:gd name="connsiteX6" fmla="*/ 71501 w 2506927"/>
              <a:gd name="connsiteY6" fmla="*/ 1241133 h 1330388"/>
              <a:gd name="connsiteX7" fmla="*/ 0 w 2506927"/>
              <a:gd name="connsiteY7" fmla="*/ 1330388 h 133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06927" h="1330388">
                <a:moveTo>
                  <a:pt x="0" y="0"/>
                </a:moveTo>
                <a:lnTo>
                  <a:pt x="2506927" y="0"/>
                </a:lnTo>
                <a:lnTo>
                  <a:pt x="2496635" y="107105"/>
                </a:lnTo>
                <a:cubicBezTo>
                  <a:pt x="2474386" y="250337"/>
                  <a:pt x="2426655" y="388180"/>
                  <a:pt x="2349373" y="511588"/>
                </a:cubicBezTo>
                <a:cubicBezTo>
                  <a:pt x="2143290" y="840669"/>
                  <a:pt x="1700265" y="1029866"/>
                  <a:pt x="1345148" y="877739"/>
                </a:cubicBezTo>
                <a:cubicBezTo>
                  <a:pt x="1115013" y="782067"/>
                  <a:pt x="922805" y="562709"/>
                  <a:pt x="674743" y="583742"/>
                </a:cubicBezTo>
                <a:cubicBezTo>
                  <a:pt x="364091" y="615196"/>
                  <a:pt x="256173" y="977524"/>
                  <a:pt x="71501" y="1241133"/>
                </a:cubicBezTo>
                <a:lnTo>
                  <a:pt x="0" y="1330388"/>
                </a:lnTo>
                <a:close/>
              </a:path>
            </a:pathLst>
          </a:custGeom>
          <a:solidFill>
            <a:schemeClr val="accent1"/>
          </a:solidFill>
          <a:ln w="81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C2E5A3C-5969-91E4-3A12-15B4974D59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84323" y="3635821"/>
            <a:ext cx="3656762" cy="172893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2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146BCDB-6D28-3E30-B588-323B2FE39D5C}"/>
              </a:ext>
            </a:extLst>
          </p:cNvPr>
          <p:cNvSpPr/>
          <p:nvPr userDrawn="1"/>
        </p:nvSpPr>
        <p:spPr>
          <a:xfrm rot="11134835">
            <a:off x="10414327" y="-84642"/>
            <a:ext cx="1930146" cy="2517499"/>
          </a:xfrm>
          <a:custGeom>
            <a:avLst/>
            <a:gdLst>
              <a:gd name="connsiteX0" fmla="*/ 1694380 w 1694380"/>
              <a:gd name="connsiteY0" fmla="*/ 2152132 h 2295770"/>
              <a:gd name="connsiteX1" fmla="*/ 224317 w 1694380"/>
              <a:gd name="connsiteY1" fmla="*/ 2295770 h 2295770"/>
              <a:gd name="connsiteX2" fmla="*/ 0 w 1694380"/>
              <a:gd name="connsiteY2" fmla="*/ 0 h 2295770"/>
              <a:gd name="connsiteX3" fmla="*/ 114464 w 1694380"/>
              <a:gd name="connsiteY3" fmla="*/ 10735 h 2295770"/>
              <a:gd name="connsiteX4" fmla="*/ 255164 w 1694380"/>
              <a:gd name="connsiteY4" fmla="*/ 44284 h 2295770"/>
              <a:gd name="connsiteX5" fmla="*/ 860222 w 1694380"/>
              <a:gd name="connsiteY5" fmla="*/ 925442 h 2295770"/>
              <a:gd name="connsiteX6" fmla="*/ 742735 w 1694380"/>
              <a:gd name="connsiteY6" fmla="*/ 1647988 h 2295770"/>
              <a:gd name="connsiteX7" fmla="*/ 1653267 w 1694380"/>
              <a:gd name="connsiteY7" fmla="*/ 2123816 h 229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94380" h="2295770">
                <a:moveTo>
                  <a:pt x="1694380" y="2152132"/>
                </a:moveTo>
                <a:lnTo>
                  <a:pt x="224317" y="2295770"/>
                </a:lnTo>
                <a:lnTo>
                  <a:pt x="0" y="0"/>
                </a:lnTo>
                <a:lnTo>
                  <a:pt x="114464" y="10735"/>
                </a:lnTo>
                <a:cubicBezTo>
                  <a:pt x="161907" y="18491"/>
                  <a:pt x="208903" y="29598"/>
                  <a:pt x="255164" y="44284"/>
                </a:cubicBezTo>
                <a:cubicBezTo>
                  <a:pt x="625247" y="161771"/>
                  <a:pt x="918966" y="543603"/>
                  <a:pt x="860222" y="925442"/>
                </a:cubicBezTo>
                <a:cubicBezTo>
                  <a:pt x="824976" y="1172166"/>
                  <a:pt x="660493" y="1413013"/>
                  <a:pt x="742735" y="1647988"/>
                </a:cubicBezTo>
                <a:cubicBezTo>
                  <a:pt x="866100" y="1982832"/>
                  <a:pt x="1341922" y="1953457"/>
                  <a:pt x="1653267" y="2123816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970104A-2A2A-8117-7638-EBDD56AC2C73}"/>
              </a:ext>
            </a:extLst>
          </p:cNvPr>
          <p:cNvSpPr/>
          <p:nvPr userDrawn="1"/>
        </p:nvSpPr>
        <p:spPr>
          <a:xfrm rot="19775001">
            <a:off x="-184929" y="4749595"/>
            <a:ext cx="2452258" cy="2920171"/>
          </a:xfrm>
          <a:custGeom>
            <a:avLst/>
            <a:gdLst>
              <a:gd name="connsiteX0" fmla="*/ 875952 w 2452258"/>
              <a:gd name="connsiteY0" fmla="*/ 0 h 2920171"/>
              <a:gd name="connsiteX1" fmla="*/ 904355 w 2452258"/>
              <a:gd name="connsiteY1" fmla="*/ 17740 h 2920171"/>
              <a:gd name="connsiteX2" fmla="*/ 1250484 w 2452258"/>
              <a:gd name="connsiteY2" fmla="*/ 765348 h 2920171"/>
              <a:gd name="connsiteX3" fmla="*/ 1132996 w 2452258"/>
              <a:gd name="connsiteY3" fmla="*/ 1487894 h 2920171"/>
              <a:gd name="connsiteX4" fmla="*/ 2043529 w 2452258"/>
              <a:gd name="connsiteY4" fmla="*/ 1963723 h 2920171"/>
              <a:gd name="connsiteX5" fmla="*/ 2446221 w 2452258"/>
              <a:gd name="connsiteY5" fmla="*/ 2845647 h 2920171"/>
              <a:gd name="connsiteX6" fmla="*/ 2432585 w 2452258"/>
              <a:gd name="connsiteY6" fmla="*/ 2920171 h 2920171"/>
              <a:gd name="connsiteX7" fmla="*/ 0 w 2452258"/>
              <a:gd name="connsiteY7" fmla="*/ 1492031 h 292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52258" h="2920171">
                <a:moveTo>
                  <a:pt x="875952" y="0"/>
                </a:moveTo>
                <a:lnTo>
                  <a:pt x="904355" y="17740"/>
                </a:lnTo>
                <a:cubicBezTo>
                  <a:pt x="1140339" y="192594"/>
                  <a:pt x="1294541" y="478970"/>
                  <a:pt x="1250484" y="765348"/>
                </a:cubicBezTo>
                <a:cubicBezTo>
                  <a:pt x="1215237" y="1012072"/>
                  <a:pt x="1050754" y="1252919"/>
                  <a:pt x="1132996" y="1487894"/>
                </a:cubicBezTo>
                <a:cubicBezTo>
                  <a:pt x="1256361" y="1822738"/>
                  <a:pt x="1732183" y="1793362"/>
                  <a:pt x="2043529" y="1963723"/>
                </a:cubicBezTo>
                <a:cubicBezTo>
                  <a:pt x="2346791" y="2128206"/>
                  <a:pt x="2483646" y="2499577"/>
                  <a:pt x="2446221" y="2845647"/>
                </a:cubicBezTo>
                <a:lnTo>
                  <a:pt x="2432585" y="2920171"/>
                </a:lnTo>
                <a:lnTo>
                  <a:pt x="0" y="149203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67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00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A56383D-2AB6-5DC8-799D-301145A98B4F}"/>
              </a:ext>
            </a:extLst>
          </p:cNvPr>
          <p:cNvSpPr/>
          <p:nvPr userDrawn="1"/>
        </p:nvSpPr>
        <p:spPr>
          <a:xfrm>
            <a:off x="1" y="3885754"/>
            <a:ext cx="4057490" cy="2972247"/>
          </a:xfrm>
          <a:custGeom>
            <a:avLst/>
            <a:gdLst>
              <a:gd name="connsiteX0" fmla="*/ 203535 w 4057490"/>
              <a:gd name="connsiteY0" fmla="*/ 463 h 2972247"/>
              <a:gd name="connsiteX1" fmla="*/ 1190917 w 4057490"/>
              <a:gd name="connsiteY1" fmla="*/ 624864 h 2972247"/>
              <a:gd name="connsiteX2" fmla="*/ 1539036 w 4057490"/>
              <a:gd name="connsiteY2" fmla="*/ 1523249 h 2972247"/>
              <a:gd name="connsiteX3" fmla="*/ 2889567 w 4057490"/>
              <a:gd name="connsiteY3" fmla="*/ 1456585 h 2972247"/>
              <a:gd name="connsiteX4" fmla="*/ 4001302 w 4057490"/>
              <a:gd name="connsiteY4" fmla="*/ 2372870 h 2972247"/>
              <a:gd name="connsiteX5" fmla="*/ 4053002 w 4057490"/>
              <a:gd name="connsiteY5" fmla="*/ 2948958 h 2972247"/>
              <a:gd name="connsiteX6" fmla="*/ 4050397 w 4057490"/>
              <a:gd name="connsiteY6" fmla="*/ 2972247 h 2972247"/>
              <a:gd name="connsiteX7" fmla="*/ 0 w 4057490"/>
              <a:gd name="connsiteY7" fmla="*/ 2972247 h 2972247"/>
              <a:gd name="connsiteX8" fmla="*/ 0 w 4057490"/>
              <a:gd name="connsiteY8" fmla="*/ 12839 h 2972247"/>
              <a:gd name="connsiteX9" fmla="*/ 11378 w 4057490"/>
              <a:gd name="connsiteY9" fmla="*/ 10771 h 2972247"/>
              <a:gd name="connsiteX10" fmla="*/ 203535 w 4057490"/>
              <a:gd name="connsiteY10" fmla="*/ 463 h 297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57490" h="2972247">
                <a:moveTo>
                  <a:pt x="203535" y="463"/>
                </a:moveTo>
                <a:cubicBezTo>
                  <a:pt x="621711" y="12048"/>
                  <a:pt x="1038360" y="240931"/>
                  <a:pt x="1190917" y="624864"/>
                </a:cubicBezTo>
                <a:cubicBezTo>
                  <a:pt x="1315316" y="928385"/>
                  <a:pt x="1289115" y="1311351"/>
                  <a:pt x="1539036" y="1523249"/>
                </a:cubicBezTo>
                <a:cubicBezTo>
                  <a:pt x="1902179" y="1821094"/>
                  <a:pt x="2422667" y="1470690"/>
                  <a:pt x="2889567" y="1456585"/>
                </a:cubicBezTo>
                <a:cubicBezTo>
                  <a:pt x="3408205" y="1438997"/>
                  <a:pt x="3860212" y="1872944"/>
                  <a:pt x="4001302" y="2372870"/>
                </a:cubicBezTo>
                <a:cubicBezTo>
                  <a:pt x="4051711" y="2561813"/>
                  <a:pt x="4065897" y="2755631"/>
                  <a:pt x="4053002" y="2948958"/>
                </a:cubicBezTo>
                <a:lnTo>
                  <a:pt x="4050397" y="2972247"/>
                </a:lnTo>
                <a:lnTo>
                  <a:pt x="0" y="2972247"/>
                </a:lnTo>
                <a:lnTo>
                  <a:pt x="0" y="12839"/>
                </a:lnTo>
                <a:lnTo>
                  <a:pt x="11378" y="10771"/>
                </a:lnTo>
                <a:cubicBezTo>
                  <a:pt x="74829" y="2041"/>
                  <a:pt x="139200" y="-1320"/>
                  <a:pt x="203535" y="463"/>
                </a:cubicBezTo>
                <a:close/>
              </a:path>
            </a:pathLst>
          </a:custGeom>
          <a:solidFill>
            <a:schemeClr val="accent1"/>
          </a:solidFill>
          <a:ln w="81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6BB4DE39-84FF-03FD-333A-E4E9A19839BB}"/>
              </a:ext>
            </a:extLst>
          </p:cNvPr>
          <p:cNvSpPr/>
          <p:nvPr userDrawn="1"/>
        </p:nvSpPr>
        <p:spPr>
          <a:xfrm>
            <a:off x="10239590" y="1"/>
            <a:ext cx="1952411" cy="2064639"/>
          </a:xfrm>
          <a:custGeom>
            <a:avLst/>
            <a:gdLst>
              <a:gd name="connsiteX0" fmla="*/ 199351 w 1952411"/>
              <a:gd name="connsiteY0" fmla="*/ 0 h 2064639"/>
              <a:gd name="connsiteX1" fmla="*/ 1952411 w 1952411"/>
              <a:gd name="connsiteY1" fmla="*/ 0 h 2064639"/>
              <a:gd name="connsiteX2" fmla="*/ 1952411 w 1952411"/>
              <a:gd name="connsiteY2" fmla="*/ 2064639 h 2064639"/>
              <a:gd name="connsiteX3" fmla="*/ 1854062 w 1952411"/>
              <a:gd name="connsiteY3" fmla="*/ 1946257 h 2064639"/>
              <a:gd name="connsiteX4" fmla="*/ 1094544 w 1952411"/>
              <a:gd name="connsiteY4" fmla="*/ 1345097 h 2064639"/>
              <a:gd name="connsiteX5" fmla="*/ 595989 w 1952411"/>
              <a:gd name="connsiteY5" fmla="*/ 1308758 h 2064639"/>
              <a:gd name="connsiteX6" fmla="*/ 3247 w 1952411"/>
              <a:gd name="connsiteY6" fmla="*/ 432734 h 2064639"/>
              <a:gd name="connsiteX7" fmla="*/ 108934 w 1952411"/>
              <a:gd name="connsiteY7" fmla="*/ 133805 h 2064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52411" h="2064639">
                <a:moveTo>
                  <a:pt x="199351" y="0"/>
                </a:moveTo>
                <a:lnTo>
                  <a:pt x="1952411" y="0"/>
                </a:lnTo>
                <a:lnTo>
                  <a:pt x="1952411" y="2064639"/>
                </a:lnTo>
                <a:lnTo>
                  <a:pt x="1854062" y="1946257"/>
                </a:lnTo>
                <a:cubicBezTo>
                  <a:pt x="1635248" y="1676431"/>
                  <a:pt x="1423622" y="1406892"/>
                  <a:pt x="1094544" y="1345097"/>
                </a:cubicBezTo>
                <a:cubicBezTo>
                  <a:pt x="932644" y="1313777"/>
                  <a:pt x="757889" y="1340078"/>
                  <a:pt x="595989" y="1308758"/>
                </a:cubicBezTo>
                <a:cubicBezTo>
                  <a:pt x="214568" y="1233263"/>
                  <a:pt x="-31419" y="819068"/>
                  <a:pt x="3247" y="432734"/>
                </a:cubicBezTo>
                <a:cubicBezTo>
                  <a:pt x="10280" y="337432"/>
                  <a:pt x="49526" y="235653"/>
                  <a:pt x="108934" y="133805"/>
                </a:cubicBezTo>
                <a:close/>
              </a:path>
            </a:pathLst>
          </a:custGeom>
          <a:solidFill>
            <a:schemeClr val="accent1"/>
          </a:solidFill>
          <a:ln w="81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328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16567BA-5D5D-436B-A71B-2D7880B6EDCE}"/>
              </a:ext>
            </a:extLst>
          </p:cNvPr>
          <p:cNvSpPr/>
          <p:nvPr userDrawn="1"/>
        </p:nvSpPr>
        <p:spPr>
          <a:xfrm rot="8737195">
            <a:off x="7610414" y="3514748"/>
            <a:ext cx="5455494" cy="4170298"/>
          </a:xfrm>
          <a:custGeom>
            <a:avLst/>
            <a:gdLst>
              <a:gd name="connsiteX0" fmla="*/ 0 w 5455494"/>
              <a:gd name="connsiteY0" fmla="*/ 2788907 h 4170298"/>
              <a:gd name="connsiteX1" fmla="*/ 1908181 w 5455494"/>
              <a:gd name="connsiteY1" fmla="*/ 0 h 4170298"/>
              <a:gd name="connsiteX2" fmla="*/ 5455494 w 5455494"/>
              <a:gd name="connsiteY2" fmla="*/ 2427084 h 4170298"/>
              <a:gd name="connsiteX3" fmla="*/ 5410797 w 5455494"/>
              <a:gd name="connsiteY3" fmla="*/ 2555838 h 4170298"/>
              <a:gd name="connsiteX4" fmla="*/ 4504753 w 5455494"/>
              <a:gd name="connsiteY4" fmla="*/ 3604944 h 4170298"/>
              <a:gd name="connsiteX5" fmla="*/ 2136239 w 5455494"/>
              <a:gd name="connsiteY5" fmla="*/ 3977832 h 4170298"/>
              <a:gd name="connsiteX6" fmla="*/ 353828 w 5455494"/>
              <a:gd name="connsiteY6" fmla="*/ 2771910 h 4170298"/>
              <a:gd name="connsiteX7" fmla="*/ 12599 w 5455494"/>
              <a:gd name="connsiteY7" fmla="*/ 2787778 h 4170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55494" h="4170298">
                <a:moveTo>
                  <a:pt x="0" y="2788907"/>
                </a:moveTo>
                <a:lnTo>
                  <a:pt x="1908181" y="0"/>
                </a:lnTo>
                <a:lnTo>
                  <a:pt x="5455494" y="2427084"/>
                </a:lnTo>
                <a:lnTo>
                  <a:pt x="5410797" y="2555838"/>
                </a:lnTo>
                <a:cubicBezTo>
                  <a:pt x="5232749" y="2984508"/>
                  <a:pt x="4884118" y="3334210"/>
                  <a:pt x="4504753" y="3604944"/>
                </a:cubicBezTo>
                <a:cubicBezTo>
                  <a:pt x="3822303" y="4096833"/>
                  <a:pt x="2874895" y="4382446"/>
                  <a:pt x="2136239" y="3977832"/>
                </a:cubicBezTo>
                <a:cubicBezTo>
                  <a:pt x="1493929" y="3628749"/>
                  <a:pt x="1084451" y="2819512"/>
                  <a:pt x="353828" y="2771910"/>
                </a:cubicBezTo>
                <a:cubicBezTo>
                  <a:pt x="241424" y="2763977"/>
                  <a:pt x="127012" y="2775877"/>
                  <a:pt x="12599" y="278777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49181D4-B3C0-74CC-259B-96853355E4C8}"/>
              </a:ext>
            </a:extLst>
          </p:cNvPr>
          <p:cNvSpPr/>
          <p:nvPr userDrawn="1"/>
        </p:nvSpPr>
        <p:spPr>
          <a:xfrm rot="5931618">
            <a:off x="154915" y="-438077"/>
            <a:ext cx="1789306" cy="2292193"/>
          </a:xfrm>
          <a:custGeom>
            <a:avLst/>
            <a:gdLst>
              <a:gd name="connsiteX0" fmla="*/ 356744 w 1789306"/>
              <a:gd name="connsiteY0" fmla="*/ 2292193 h 2292193"/>
              <a:gd name="connsiteX1" fmla="*/ 0 w 1789306"/>
              <a:gd name="connsiteY1" fmla="*/ 3700 h 2292193"/>
              <a:gd name="connsiteX2" fmla="*/ 101188 w 1789306"/>
              <a:gd name="connsiteY2" fmla="*/ 0 h 2292193"/>
              <a:gd name="connsiteX3" fmla="*/ 366809 w 1789306"/>
              <a:gd name="connsiteY3" fmla="*/ 43942 h 2292193"/>
              <a:gd name="connsiteX4" fmla="*/ 932546 w 1789306"/>
              <a:gd name="connsiteY4" fmla="*/ 867834 h 2292193"/>
              <a:gd name="connsiteX5" fmla="*/ 822694 w 1789306"/>
              <a:gd name="connsiteY5" fmla="*/ 1543424 h 2292193"/>
              <a:gd name="connsiteX6" fmla="*/ 1674053 w 1789306"/>
              <a:gd name="connsiteY6" fmla="*/ 1988329 h 2292193"/>
              <a:gd name="connsiteX7" fmla="*/ 1786029 w 1789306"/>
              <a:gd name="connsiteY7" fmla="*/ 2065451 h 2292193"/>
              <a:gd name="connsiteX8" fmla="*/ 1789306 w 1789306"/>
              <a:gd name="connsiteY8" fmla="*/ 2068877 h 22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89306" h="2292193">
                <a:moveTo>
                  <a:pt x="356744" y="2292193"/>
                </a:moveTo>
                <a:lnTo>
                  <a:pt x="0" y="3700"/>
                </a:lnTo>
                <a:lnTo>
                  <a:pt x="101188" y="0"/>
                </a:lnTo>
                <a:cubicBezTo>
                  <a:pt x="191044" y="2403"/>
                  <a:pt x="280300" y="16479"/>
                  <a:pt x="366809" y="43942"/>
                </a:cubicBezTo>
                <a:cubicBezTo>
                  <a:pt x="712842" y="153794"/>
                  <a:pt x="987473" y="510811"/>
                  <a:pt x="932546" y="867834"/>
                </a:cubicBezTo>
                <a:cubicBezTo>
                  <a:pt x="899591" y="1098525"/>
                  <a:pt x="745797" y="1323719"/>
                  <a:pt x="822694" y="1543424"/>
                </a:cubicBezTo>
                <a:cubicBezTo>
                  <a:pt x="938042" y="1856506"/>
                  <a:pt x="1382941" y="1829040"/>
                  <a:pt x="1674053" y="1988329"/>
                </a:cubicBezTo>
                <a:cubicBezTo>
                  <a:pt x="1714561" y="2010299"/>
                  <a:pt x="1751893" y="2036217"/>
                  <a:pt x="1786029" y="2065451"/>
                </a:cubicBezTo>
                <a:lnTo>
                  <a:pt x="1789306" y="206887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EF4722-70CA-625C-8831-2C9D7A0672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69729" y="1425346"/>
            <a:ext cx="4360476" cy="4360476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41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3D9B245-70A6-8690-D552-79F169207F4C}"/>
              </a:ext>
            </a:extLst>
          </p:cNvPr>
          <p:cNvSpPr/>
          <p:nvPr userDrawn="1"/>
        </p:nvSpPr>
        <p:spPr>
          <a:xfrm>
            <a:off x="0" y="0"/>
            <a:ext cx="3962400" cy="6858000"/>
          </a:xfrm>
          <a:custGeom>
            <a:avLst/>
            <a:gdLst>
              <a:gd name="connsiteX0" fmla="*/ 0 w 3962400"/>
              <a:gd name="connsiteY0" fmla="*/ 0 h 6858000"/>
              <a:gd name="connsiteX1" fmla="*/ 2304727 w 3962400"/>
              <a:gd name="connsiteY1" fmla="*/ 0 h 6858000"/>
              <a:gd name="connsiteX2" fmla="*/ 2376080 w 3962400"/>
              <a:gd name="connsiteY2" fmla="*/ 56072 h 6858000"/>
              <a:gd name="connsiteX3" fmla="*/ 3962400 w 3962400"/>
              <a:gd name="connsiteY3" fmla="*/ 3419792 h 6858000"/>
              <a:gd name="connsiteX4" fmla="*/ 2376080 w 3962400"/>
              <a:gd name="connsiteY4" fmla="*/ 6783512 h 6858000"/>
              <a:gd name="connsiteX5" fmla="*/ 2281292 w 3962400"/>
              <a:gd name="connsiteY5" fmla="*/ 6858000 h 6858000"/>
              <a:gd name="connsiteX6" fmla="*/ 0 w 39624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62400" h="6858000">
                <a:moveTo>
                  <a:pt x="0" y="0"/>
                </a:moveTo>
                <a:lnTo>
                  <a:pt x="2304727" y="0"/>
                </a:lnTo>
                <a:lnTo>
                  <a:pt x="2376080" y="56072"/>
                </a:lnTo>
                <a:cubicBezTo>
                  <a:pt x="3344886" y="855602"/>
                  <a:pt x="3962400" y="2065583"/>
                  <a:pt x="3962400" y="3419792"/>
                </a:cubicBezTo>
                <a:cubicBezTo>
                  <a:pt x="3962400" y="4774001"/>
                  <a:pt x="3344886" y="5983983"/>
                  <a:pt x="2376080" y="6783512"/>
                </a:cubicBezTo>
                <a:lnTo>
                  <a:pt x="22812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87716BA-A06B-67D7-AD79-2FA3930F45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672294" cy="6858000"/>
          </a:xfrm>
          <a:custGeom>
            <a:avLst/>
            <a:gdLst>
              <a:gd name="connsiteX0" fmla="*/ 0 w 3672294"/>
              <a:gd name="connsiteY0" fmla="*/ 0 h 6858000"/>
              <a:gd name="connsiteX1" fmla="*/ 1807029 w 3672294"/>
              <a:gd name="connsiteY1" fmla="*/ 0 h 6858000"/>
              <a:gd name="connsiteX2" fmla="*/ 1878298 w 3672294"/>
              <a:gd name="connsiteY2" fmla="*/ 45690 h 6858000"/>
              <a:gd name="connsiteX3" fmla="*/ 3672294 w 3672294"/>
              <a:gd name="connsiteY3" fmla="*/ 3419792 h 6858000"/>
              <a:gd name="connsiteX4" fmla="*/ 1878298 w 3672294"/>
              <a:gd name="connsiteY4" fmla="*/ 6793894 h 6858000"/>
              <a:gd name="connsiteX5" fmla="*/ 1778303 w 3672294"/>
              <a:gd name="connsiteY5" fmla="*/ 6858000 h 6858000"/>
              <a:gd name="connsiteX6" fmla="*/ 0 w 367229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72294" h="6858000">
                <a:moveTo>
                  <a:pt x="0" y="0"/>
                </a:moveTo>
                <a:lnTo>
                  <a:pt x="1807029" y="0"/>
                </a:lnTo>
                <a:lnTo>
                  <a:pt x="1878298" y="45690"/>
                </a:lnTo>
                <a:cubicBezTo>
                  <a:pt x="2960667" y="776924"/>
                  <a:pt x="3672294" y="2015253"/>
                  <a:pt x="3672294" y="3419792"/>
                </a:cubicBezTo>
                <a:cubicBezTo>
                  <a:pt x="3672294" y="4824331"/>
                  <a:pt x="2960667" y="6062660"/>
                  <a:pt x="1878298" y="6793894"/>
                </a:cubicBezTo>
                <a:lnTo>
                  <a:pt x="177830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47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F48FDCC-4392-0EAF-9D75-ABFFDB333E4B}"/>
              </a:ext>
            </a:extLst>
          </p:cNvPr>
          <p:cNvSpPr/>
          <p:nvPr userDrawn="1"/>
        </p:nvSpPr>
        <p:spPr>
          <a:xfrm>
            <a:off x="1" y="0"/>
            <a:ext cx="216446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65231D0-6C13-9986-FADA-A0BC96D8BB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7467" y="965576"/>
            <a:ext cx="1477600" cy="147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A5409FD-91B6-EC50-373B-0A2EE2B2629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17467" y="2922698"/>
            <a:ext cx="1477600" cy="147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B40014C-EE00-47DA-54F9-6906E9D4D2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17467" y="4879820"/>
            <a:ext cx="1477600" cy="147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2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3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801F861-BA74-ADEF-F947-5946D4C5A921}"/>
              </a:ext>
            </a:extLst>
          </p:cNvPr>
          <p:cNvSpPr/>
          <p:nvPr userDrawn="1"/>
        </p:nvSpPr>
        <p:spPr>
          <a:xfrm>
            <a:off x="7661012" y="2884662"/>
            <a:ext cx="4530988" cy="3973339"/>
          </a:xfrm>
          <a:custGeom>
            <a:avLst/>
            <a:gdLst>
              <a:gd name="connsiteX0" fmla="*/ 4530988 w 4530988"/>
              <a:gd name="connsiteY0" fmla="*/ 0 h 3973339"/>
              <a:gd name="connsiteX1" fmla="*/ 4530988 w 4530988"/>
              <a:gd name="connsiteY1" fmla="*/ 3973339 h 3973339"/>
              <a:gd name="connsiteX2" fmla="*/ 405410 w 4530988"/>
              <a:gd name="connsiteY2" fmla="*/ 3973339 h 3973339"/>
              <a:gd name="connsiteX3" fmla="*/ 389076 w 4530988"/>
              <a:gd name="connsiteY3" fmla="*/ 3958893 h 3973339"/>
              <a:gd name="connsiteX4" fmla="*/ 86433 w 4530988"/>
              <a:gd name="connsiteY4" fmla="*/ 3473870 h 3973339"/>
              <a:gd name="connsiteX5" fmla="*/ 183597 w 4530988"/>
              <a:gd name="connsiteY5" fmla="*/ 1983052 h 3973339"/>
              <a:gd name="connsiteX6" fmla="*/ 1833530 w 4530988"/>
              <a:gd name="connsiteY6" fmla="*/ 437870 h 3973339"/>
              <a:gd name="connsiteX7" fmla="*/ 3869476 w 4530988"/>
              <a:gd name="connsiteY7" fmla="*/ 449565 h 3973339"/>
              <a:gd name="connsiteX8" fmla="*/ 4385338 w 4530988"/>
              <a:gd name="connsiteY8" fmla="*/ 64157 h 3973339"/>
              <a:gd name="connsiteX9" fmla="*/ 4468579 w 4530988"/>
              <a:gd name="connsiteY9" fmla="*/ 22719 h 397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30988" h="3973339">
                <a:moveTo>
                  <a:pt x="4530988" y="0"/>
                </a:moveTo>
                <a:lnTo>
                  <a:pt x="4530988" y="3973339"/>
                </a:lnTo>
                <a:lnTo>
                  <a:pt x="405410" y="3973339"/>
                </a:lnTo>
                <a:lnTo>
                  <a:pt x="389076" y="3958893"/>
                </a:lnTo>
                <a:cubicBezTo>
                  <a:pt x="255301" y="3821712"/>
                  <a:pt x="149803" y="3653686"/>
                  <a:pt x="86433" y="3473870"/>
                </a:cubicBezTo>
                <a:cubicBezTo>
                  <a:pt x="-76287" y="2990115"/>
                  <a:pt x="10430" y="2456434"/>
                  <a:pt x="183597" y="1983052"/>
                </a:cubicBezTo>
                <a:cubicBezTo>
                  <a:pt x="453578" y="1234080"/>
                  <a:pt x="1040639" y="508191"/>
                  <a:pt x="1833530" y="437870"/>
                </a:cubicBezTo>
                <a:cubicBezTo>
                  <a:pt x="2521528" y="374544"/>
                  <a:pt x="3273619" y="797720"/>
                  <a:pt x="3869476" y="449565"/>
                </a:cubicBezTo>
                <a:cubicBezTo>
                  <a:pt x="4053470" y="343404"/>
                  <a:pt x="4201344" y="170318"/>
                  <a:pt x="4385338" y="64157"/>
                </a:cubicBezTo>
                <a:cubicBezTo>
                  <a:pt x="4412520" y="48629"/>
                  <a:pt x="4440304" y="34836"/>
                  <a:pt x="4468579" y="2271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E37B701-6824-659F-241D-0B34BC9F0F24}"/>
              </a:ext>
            </a:extLst>
          </p:cNvPr>
          <p:cNvSpPr/>
          <p:nvPr userDrawn="1"/>
        </p:nvSpPr>
        <p:spPr>
          <a:xfrm>
            <a:off x="1" y="0"/>
            <a:ext cx="4098799" cy="3037914"/>
          </a:xfrm>
          <a:custGeom>
            <a:avLst/>
            <a:gdLst>
              <a:gd name="connsiteX0" fmla="*/ 0 w 4098799"/>
              <a:gd name="connsiteY0" fmla="*/ 0 h 3037914"/>
              <a:gd name="connsiteX1" fmla="*/ 4051903 w 4098799"/>
              <a:gd name="connsiteY1" fmla="*/ 0 h 3037914"/>
              <a:gd name="connsiteX2" fmla="*/ 4053383 w 4098799"/>
              <a:gd name="connsiteY2" fmla="*/ 3908 h 3037914"/>
              <a:gd name="connsiteX3" fmla="*/ 4072896 w 4098799"/>
              <a:gd name="connsiteY3" fmla="*/ 561394 h 3037914"/>
              <a:gd name="connsiteX4" fmla="*/ 2799047 w 4098799"/>
              <a:gd name="connsiteY4" fmla="*/ 1750083 h 3037914"/>
              <a:gd name="connsiteX5" fmla="*/ 1099556 w 4098799"/>
              <a:gd name="connsiteY5" fmla="*/ 2618590 h 3037914"/>
              <a:gd name="connsiteX6" fmla="*/ 726964 w 4098799"/>
              <a:gd name="connsiteY6" fmla="*/ 2913588 h 3037914"/>
              <a:gd name="connsiteX7" fmla="*/ 175420 w 4098799"/>
              <a:gd name="connsiteY7" fmla="*/ 3035151 h 3037914"/>
              <a:gd name="connsiteX8" fmla="*/ 0 w 4098799"/>
              <a:gd name="connsiteY8" fmla="*/ 3037914 h 3037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98799" h="3037914">
                <a:moveTo>
                  <a:pt x="0" y="0"/>
                </a:moveTo>
                <a:lnTo>
                  <a:pt x="4051903" y="0"/>
                </a:lnTo>
                <a:lnTo>
                  <a:pt x="4053383" y="3908"/>
                </a:lnTo>
                <a:cubicBezTo>
                  <a:pt x="4105284" y="184084"/>
                  <a:pt x="4113960" y="378573"/>
                  <a:pt x="4072896" y="561394"/>
                </a:cubicBezTo>
                <a:cubicBezTo>
                  <a:pt x="3972598" y="1043472"/>
                  <a:pt x="3196606" y="1570869"/>
                  <a:pt x="2799047" y="1750083"/>
                </a:cubicBezTo>
                <a:cubicBezTo>
                  <a:pt x="2359191" y="1941883"/>
                  <a:pt x="1532157" y="2120243"/>
                  <a:pt x="1099556" y="2618590"/>
                </a:cubicBezTo>
                <a:cubicBezTo>
                  <a:pt x="988634" y="2746372"/>
                  <a:pt x="866815" y="2855732"/>
                  <a:pt x="726964" y="2913588"/>
                </a:cubicBezTo>
                <a:cubicBezTo>
                  <a:pt x="551729" y="2979941"/>
                  <a:pt x="363999" y="3022212"/>
                  <a:pt x="175420" y="3035151"/>
                </a:cubicBezTo>
                <a:lnTo>
                  <a:pt x="0" y="3037914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2C92DB-0152-14F6-B068-23AA75615C25}"/>
              </a:ext>
            </a:extLst>
          </p:cNvPr>
          <p:cNvSpPr/>
          <p:nvPr userDrawn="1"/>
        </p:nvSpPr>
        <p:spPr>
          <a:xfrm>
            <a:off x="616744" y="996454"/>
            <a:ext cx="10958513" cy="4865092"/>
          </a:xfrm>
          <a:prstGeom prst="roundRect">
            <a:avLst>
              <a:gd name="adj" fmla="val 946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67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8EEBF2-F74B-9091-A0C5-A3E44BC4F6CB}"/>
              </a:ext>
            </a:extLst>
          </p:cNvPr>
          <p:cNvSpPr/>
          <p:nvPr userDrawn="1"/>
        </p:nvSpPr>
        <p:spPr>
          <a:xfrm>
            <a:off x="0" y="3429001"/>
            <a:ext cx="12192000" cy="265253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A9AC094-D23C-70F9-2C14-752640A0F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32355">
            <a:off x="7493116" y="1425346"/>
            <a:ext cx="2014833" cy="4062164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0BD199-FCA8-9361-38C4-1FB016F6458B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 rot="21206567">
            <a:off x="7593827" y="1517586"/>
            <a:ext cx="1813411" cy="3877685"/>
          </a:xfrm>
          <a:custGeom>
            <a:avLst/>
            <a:gdLst>
              <a:gd name="connsiteX0" fmla="*/ 1625026 w 1813411"/>
              <a:gd name="connsiteY0" fmla="*/ 10565 h 3877685"/>
              <a:gd name="connsiteX1" fmla="*/ 1813406 w 1813411"/>
              <a:gd name="connsiteY1" fmla="*/ 201793 h 3877685"/>
              <a:gd name="connsiteX2" fmla="*/ 1787245 w 1813411"/>
              <a:gd name="connsiteY2" fmla="*/ 3689299 h 3877685"/>
              <a:gd name="connsiteX3" fmla="*/ 1596016 w 1813411"/>
              <a:gd name="connsiteY3" fmla="*/ 3877680 h 3877685"/>
              <a:gd name="connsiteX4" fmla="*/ 188386 w 1813411"/>
              <a:gd name="connsiteY4" fmla="*/ 3867121 h 3877685"/>
              <a:gd name="connsiteX5" fmla="*/ 5 w 1813411"/>
              <a:gd name="connsiteY5" fmla="*/ 3675892 h 3877685"/>
              <a:gd name="connsiteX6" fmla="*/ 26167 w 1813411"/>
              <a:gd name="connsiteY6" fmla="*/ 188386 h 3877685"/>
              <a:gd name="connsiteX7" fmla="*/ 217395 w 1813411"/>
              <a:gd name="connsiteY7" fmla="*/ 5 h 3877685"/>
              <a:gd name="connsiteX8" fmla="*/ 546375 w 1813411"/>
              <a:gd name="connsiteY8" fmla="*/ 2473 h 3877685"/>
              <a:gd name="connsiteX9" fmla="*/ 545945 w 1813411"/>
              <a:gd name="connsiteY9" fmla="*/ 59815 h 3877685"/>
              <a:gd name="connsiteX10" fmla="*/ 641446 w 1813411"/>
              <a:gd name="connsiteY10" fmla="*/ 157870 h 3877685"/>
              <a:gd name="connsiteX11" fmla="*/ 732859 w 1813411"/>
              <a:gd name="connsiteY11" fmla="*/ 158556 h 3877685"/>
              <a:gd name="connsiteX12" fmla="*/ 1098756 w 1813411"/>
              <a:gd name="connsiteY12" fmla="*/ 161301 h 3877685"/>
              <a:gd name="connsiteX13" fmla="*/ 1190170 w 1813411"/>
              <a:gd name="connsiteY13" fmla="*/ 161987 h 3877685"/>
              <a:gd name="connsiteX14" fmla="*/ 1287131 w 1813411"/>
              <a:gd name="connsiteY14" fmla="*/ 65375 h 3877685"/>
              <a:gd name="connsiteX15" fmla="*/ 1287561 w 1813411"/>
              <a:gd name="connsiteY15" fmla="*/ 8033 h 387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13411" h="3877685">
                <a:moveTo>
                  <a:pt x="1625026" y="10565"/>
                </a:moveTo>
                <a:cubicBezTo>
                  <a:pt x="1729851" y="11351"/>
                  <a:pt x="1814193" y="96967"/>
                  <a:pt x="1813406" y="201793"/>
                </a:cubicBezTo>
                <a:lnTo>
                  <a:pt x="1787245" y="3689299"/>
                </a:lnTo>
                <a:cubicBezTo>
                  <a:pt x="1786458" y="3794125"/>
                  <a:pt x="1700842" y="3878466"/>
                  <a:pt x="1596016" y="3877680"/>
                </a:cubicBezTo>
                <a:lnTo>
                  <a:pt x="188386" y="3867121"/>
                </a:lnTo>
                <a:cubicBezTo>
                  <a:pt x="83560" y="3866334"/>
                  <a:pt x="-781" y="3780718"/>
                  <a:pt x="5" y="3675892"/>
                </a:cubicBezTo>
                <a:lnTo>
                  <a:pt x="26167" y="188386"/>
                </a:lnTo>
                <a:cubicBezTo>
                  <a:pt x="26953" y="83560"/>
                  <a:pt x="112569" y="-781"/>
                  <a:pt x="217395" y="5"/>
                </a:cubicBezTo>
                <a:lnTo>
                  <a:pt x="546375" y="2473"/>
                </a:lnTo>
                <a:lnTo>
                  <a:pt x="545945" y="59815"/>
                </a:lnTo>
                <a:cubicBezTo>
                  <a:pt x="545542" y="113571"/>
                  <a:pt x="588300" y="157472"/>
                  <a:pt x="641446" y="157870"/>
                </a:cubicBezTo>
                <a:lnTo>
                  <a:pt x="732859" y="158556"/>
                </a:lnTo>
                <a:lnTo>
                  <a:pt x="1098756" y="161301"/>
                </a:lnTo>
                <a:lnTo>
                  <a:pt x="1190170" y="161987"/>
                </a:lnTo>
                <a:cubicBezTo>
                  <a:pt x="1243316" y="162385"/>
                  <a:pt x="1286727" y="119131"/>
                  <a:pt x="1287131" y="65375"/>
                </a:cubicBezTo>
                <a:lnTo>
                  <a:pt x="1287561" y="803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CD2FBA6-60B3-4789-9A82-A7D288A50882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 rot="601521">
            <a:off x="8817093" y="2551113"/>
            <a:ext cx="1803796" cy="3873853"/>
          </a:xfrm>
          <a:custGeom>
            <a:avLst/>
            <a:gdLst>
              <a:gd name="connsiteX0" fmla="*/ 188911 w 1803796"/>
              <a:gd name="connsiteY0" fmla="*/ 6670 h 3873853"/>
              <a:gd name="connsiteX1" fmla="*/ 517897 w 1803796"/>
              <a:gd name="connsiteY1" fmla="*/ 5112 h 3873853"/>
              <a:gd name="connsiteX2" fmla="*/ 518169 w 1803796"/>
              <a:gd name="connsiteY2" fmla="*/ 62454 h 3873853"/>
              <a:gd name="connsiteX3" fmla="*/ 614863 w 1803796"/>
              <a:gd name="connsiteY3" fmla="*/ 159333 h 3873853"/>
              <a:gd name="connsiteX4" fmla="*/ 706278 w 1803796"/>
              <a:gd name="connsiteY4" fmla="*/ 158900 h 3873853"/>
              <a:gd name="connsiteX5" fmla="*/ 1072181 w 1803796"/>
              <a:gd name="connsiteY5" fmla="*/ 157167 h 3873853"/>
              <a:gd name="connsiteX6" fmla="*/ 1163595 w 1803796"/>
              <a:gd name="connsiteY6" fmla="*/ 156734 h 3873853"/>
              <a:gd name="connsiteX7" fmla="*/ 1259367 w 1803796"/>
              <a:gd name="connsiteY7" fmla="*/ 58943 h 3873853"/>
              <a:gd name="connsiteX8" fmla="*/ 1259095 w 1803796"/>
              <a:gd name="connsiteY8" fmla="*/ 1600 h 3873853"/>
              <a:gd name="connsiteX9" fmla="*/ 1596566 w 1803796"/>
              <a:gd name="connsiteY9" fmla="*/ 2 h 3873853"/>
              <a:gd name="connsiteX10" fmla="*/ 1787273 w 1803796"/>
              <a:gd name="connsiteY10" fmla="*/ 188910 h 3873853"/>
              <a:gd name="connsiteX11" fmla="*/ 1803794 w 1803796"/>
              <a:gd name="connsiteY11" fmla="*/ 3676475 h 3873853"/>
              <a:gd name="connsiteX12" fmla="*/ 1614885 w 1803796"/>
              <a:gd name="connsiteY12" fmla="*/ 3867182 h 3873853"/>
              <a:gd name="connsiteX13" fmla="*/ 207231 w 1803796"/>
              <a:gd name="connsiteY13" fmla="*/ 3873851 h 3873853"/>
              <a:gd name="connsiteX14" fmla="*/ 16524 w 1803796"/>
              <a:gd name="connsiteY14" fmla="*/ 3684942 h 3873853"/>
              <a:gd name="connsiteX15" fmla="*/ 2 w 1803796"/>
              <a:gd name="connsiteY15" fmla="*/ 197377 h 3873853"/>
              <a:gd name="connsiteX16" fmla="*/ 188911 w 1803796"/>
              <a:gd name="connsiteY16" fmla="*/ 6670 h 387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03796" h="3873853">
                <a:moveTo>
                  <a:pt x="188911" y="6670"/>
                </a:moveTo>
                <a:lnTo>
                  <a:pt x="517897" y="5112"/>
                </a:lnTo>
                <a:lnTo>
                  <a:pt x="518169" y="62454"/>
                </a:lnTo>
                <a:cubicBezTo>
                  <a:pt x="518424" y="116211"/>
                  <a:pt x="561714" y="159585"/>
                  <a:pt x="614863" y="159333"/>
                </a:cubicBezTo>
                <a:lnTo>
                  <a:pt x="706278" y="158900"/>
                </a:lnTo>
                <a:lnTo>
                  <a:pt x="1072181" y="157167"/>
                </a:lnTo>
                <a:lnTo>
                  <a:pt x="1163595" y="156734"/>
                </a:lnTo>
                <a:cubicBezTo>
                  <a:pt x="1216743" y="156482"/>
                  <a:pt x="1259622" y="112700"/>
                  <a:pt x="1259367" y="58943"/>
                </a:cubicBezTo>
                <a:lnTo>
                  <a:pt x="1259095" y="1600"/>
                </a:lnTo>
                <a:lnTo>
                  <a:pt x="1596566" y="2"/>
                </a:lnTo>
                <a:cubicBezTo>
                  <a:pt x="1701393" y="-495"/>
                  <a:pt x="1786776" y="84082"/>
                  <a:pt x="1787273" y="188910"/>
                </a:cubicBezTo>
                <a:lnTo>
                  <a:pt x="1803794" y="3676475"/>
                </a:lnTo>
                <a:cubicBezTo>
                  <a:pt x="1804290" y="3781303"/>
                  <a:pt x="1719713" y="3866686"/>
                  <a:pt x="1614885" y="3867182"/>
                </a:cubicBezTo>
                <a:lnTo>
                  <a:pt x="207231" y="3873851"/>
                </a:lnTo>
                <a:cubicBezTo>
                  <a:pt x="102403" y="3874347"/>
                  <a:pt x="17020" y="3789770"/>
                  <a:pt x="16524" y="3684942"/>
                </a:cubicBezTo>
                <a:lnTo>
                  <a:pt x="2" y="197377"/>
                </a:lnTo>
                <a:cubicBezTo>
                  <a:pt x="-494" y="92549"/>
                  <a:pt x="84084" y="7167"/>
                  <a:pt x="188911" y="667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31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A532425-CDA0-615D-CDC6-3A38D279330E}"/>
              </a:ext>
            </a:extLst>
          </p:cNvPr>
          <p:cNvSpPr/>
          <p:nvPr userDrawn="1"/>
        </p:nvSpPr>
        <p:spPr>
          <a:xfrm>
            <a:off x="10239590" y="1"/>
            <a:ext cx="1952411" cy="2064639"/>
          </a:xfrm>
          <a:custGeom>
            <a:avLst/>
            <a:gdLst>
              <a:gd name="connsiteX0" fmla="*/ 199351 w 1952411"/>
              <a:gd name="connsiteY0" fmla="*/ 0 h 2064639"/>
              <a:gd name="connsiteX1" fmla="*/ 1952411 w 1952411"/>
              <a:gd name="connsiteY1" fmla="*/ 0 h 2064639"/>
              <a:gd name="connsiteX2" fmla="*/ 1952411 w 1952411"/>
              <a:gd name="connsiteY2" fmla="*/ 2064639 h 2064639"/>
              <a:gd name="connsiteX3" fmla="*/ 1854062 w 1952411"/>
              <a:gd name="connsiteY3" fmla="*/ 1946257 h 2064639"/>
              <a:gd name="connsiteX4" fmla="*/ 1094544 w 1952411"/>
              <a:gd name="connsiteY4" fmla="*/ 1345097 h 2064639"/>
              <a:gd name="connsiteX5" fmla="*/ 595989 w 1952411"/>
              <a:gd name="connsiteY5" fmla="*/ 1308758 h 2064639"/>
              <a:gd name="connsiteX6" fmla="*/ 3247 w 1952411"/>
              <a:gd name="connsiteY6" fmla="*/ 432734 h 2064639"/>
              <a:gd name="connsiteX7" fmla="*/ 108934 w 1952411"/>
              <a:gd name="connsiteY7" fmla="*/ 133805 h 2064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52411" h="2064639">
                <a:moveTo>
                  <a:pt x="199351" y="0"/>
                </a:moveTo>
                <a:lnTo>
                  <a:pt x="1952411" y="0"/>
                </a:lnTo>
                <a:lnTo>
                  <a:pt x="1952411" y="2064639"/>
                </a:lnTo>
                <a:lnTo>
                  <a:pt x="1854062" y="1946257"/>
                </a:lnTo>
                <a:cubicBezTo>
                  <a:pt x="1635248" y="1676431"/>
                  <a:pt x="1423622" y="1406892"/>
                  <a:pt x="1094544" y="1345097"/>
                </a:cubicBezTo>
                <a:cubicBezTo>
                  <a:pt x="932644" y="1313777"/>
                  <a:pt x="757889" y="1340078"/>
                  <a:pt x="595989" y="1308758"/>
                </a:cubicBezTo>
                <a:cubicBezTo>
                  <a:pt x="214568" y="1233263"/>
                  <a:pt x="-31419" y="819068"/>
                  <a:pt x="3247" y="432734"/>
                </a:cubicBezTo>
                <a:cubicBezTo>
                  <a:pt x="10280" y="337432"/>
                  <a:pt x="49526" y="235653"/>
                  <a:pt x="108934" y="133805"/>
                </a:cubicBezTo>
                <a:close/>
              </a:path>
            </a:pathLst>
          </a:custGeom>
          <a:solidFill>
            <a:schemeClr val="accent1"/>
          </a:solidFill>
          <a:ln w="81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46435046-D3F9-82AC-1892-E12D59CD7AF6}"/>
              </a:ext>
            </a:extLst>
          </p:cNvPr>
          <p:cNvSpPr/>
          <p:nvPr userDrawn="1"/>
        </p:nvSpPr>
        <p:spPr>
          <a:xfrm>
            <a:off x="0" y="4625160"/>
            <a:ext cx="3514758" cy="2232840"/>
          </a:xfrm>
          <a:custGeom>
            <a:avLst/>
            <a:gdLst>
              <a:gd name="connsiteX0" fmla="*/ 177062 w 3514758"/>
              <a:gd name="connsiteY0" fmla="*/ 403 h 2232840"/>
              <a:gd name="connsiteX1" fmla="*/ 1036016 w 3514758"/>
              <a:gd name="connsiteY1" fmla="*/ 543589 h 2232840"/>
              <a:gd name="connsiteX2" fmla="*/ 1338856 w 3514758"/>
              <a:gd name="connsiteY2" fmla="*/ 1325122 h 2232840"/>
              <a:gd name="connsiteX3" fmla="*/ 2513724 w 3514758"/>
              <a:gd name="connsiteY3" fmla="*/ 1267129 h 2232840"/>
              <a:gd name="connsiteX4" fmla="*/ 3480858 w 3514758"/>
              <a:gd name="connsiteY4" fmla="*/ 2064234 h 2232840"/>
              <a:gd name="connsiteX5" fmla="*/ 3514500 w 3514758"/>
              <a:gd name="connsiteY5" fmla="*/ 2229842 h 2232840"/>
              <a:gd name="connsiteX6" fmla="*/ 3514758 w 3514758"/>
              <a:gd name="connsiteY6" fmla="*/ 2232840 h 2232840"/>
              <a:gd name="connsiteX7" fmla="*/ 0 w 3514758"/>
              <a:gd name="connsiteY7" fmla="*/ 2232840 h 2232840"/>
              <a:gd name="connsiteX8" fmla="*/ 0 w 3514758"/>
              <a:gd name="connsiteY8" fmla="*/ 11169 h 2232840"/>
              <a:gd name="connsiteX9" fmla="*/ 9898 w 3514758"/>
              <a:gd name="connsiteY9" fmla="*/ 9370 h 2232840"/>
              <a:gd name="connsiteX10" fmla="*/ 177062 w 3514758"/>
              <a:gd name="connsiteY10" fmla="*/ 403 h 223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14758" h="2232840">
                <a:moveTo>
                  <a:pt x="177062" y="403"/>
                </a:moveTo>
                <a:cubicBezTo>
                  <a:pt x="540846" y="10481"/>
                  <a:pt x="903302" y="209594"/>
                  <a:pt x="1036016" y="543589"/>
                </a:cubicBezTo>
                <a:cubicBezTo>
                  <a:pt x="1144235" y="807631"/>
                  <a:pt x="1121441" y="1140785"/>
                  <a:pt x="1338856" y="1325122"/>
                </a:cubicBezTo>
                <a:cubicBezTo>
                  <a:pt x="1654765" y="1584226"/>
                  <a:pt x="2107554" y="1279399"/>
                  <a:pt x="2513724" y="1267129"/>
                </a:cubicBezTo>
                <a:cubicBezTo>
                  <a:pt x="2964904" y="1251828"/>
                  <a:pt x="3358119" y="1629332"/>
                  <a:pt x="3480858" y="2064234"/>
                </a:cubicBezTo>
                <a:cubicBezTo>
                  <a:pt x="3495475" y="2119023"/>
                  <a:pt x="3506591" y="2174283"/>
                  <a:pt x="3514500" y="2229842"/>
                </a:cubicBezTo>
                <a:lnTo>
                  <a:pt x="3514758" y="2232840"/>
                </a:lnTo>
                <a:lnTo>
                  <a:pt x="0" y="2232840"/>
                </a:lnTo>
                <a:lnTo>
                  <a:pt x="0" y="11169"/>
                </a:lnTo>
                <a:lnTo>
                  <a:pt x="9898" y="9370"/>
                </a:lnTo>
                <a:cubicBezTo>
                  <a:pt x="65096" y="1776"/>
                  <a:pt x="121095" y="-1149"/>
                  <a:pt x="177062" y="403"/>
                </a:cubicBezTo>
                <a:close/>
              </a:path>
            </a:pathLst>
          </a:custGeom>
          <a:solidFill>
            <a:schemeClr val="accent1"/>
          </a:solidFill>
          <a:ln w="81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463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A903C5F-F0D8-FF09-0A75-800AE7AD5143}"/>
              </a:ext>
            </a:extLst>
          </p:cNvPr>
          <p:cNvSpPr/>
          <p:nvPr userDrawn="1"/>
        </p:nvSpPr>
        <p:spPr>
          <a:xfrm>
            <a:off x="6291472" y="0"/>
            <a:ext cx="5900528" cy="6858000"/>
          </a:xfrm>
          <a:custGeom>
            <a:avLst/>
            <a:gdLst>
              <a:gd name="connsiteX0" fmla="*/ 398810 w 5900528"/>
              <a:gd name="connsiteY0" fmla="*/ 0 h 6858000"/>
              <a:gd name="connsiteX1" fmla="*/ 5900528 w 5900528"/>
              <a:gd name="connsiteY1" fmla="*/ 0 h 6858000"/>
              <a:gd name="connsiteX2" fmla="*/ 5900528 w 5900528"/>
              <a:gd name="connsiteY2" fmla="*/ 6858000 h 6858000"/>
              <a:gd name="connsiteX3" fmla="*/ 5782704 w 5900528"/>
              <a:gd name="connsiteY3" fmla="*/ 6858000 h 6858000"/>
              <a:gd name="connsiteX4" fmla="*/ 121277 w 5900528"/>
              <a:gd name="connsiteY4" fmla="*/ 6858000 h 6858000"/>
              <a:gd name="connsiteX5" fmla="*/ 126206 w 5900528"/>
              <a:gd name="connsiteY5" fmla="*/ 6799534 h 6858000"/>
              <a:gd name="connsiteX6" fmla="*/ 352314 w 5900528"/>
              <a:gd name="connsiteY6" fmla="*/ 5973120 h 6858000"/>
              <a:gd name="connsiteX7" fmla="*/ 291748 w 5900528"/>
              <a:gd name="connsiteY7" fmla="*/ 3048186 h 6858000"/>
              <a:gd name="connsiteX8" fmla="*/ 369305 w 5900528"/>
              <a:gd name="connsiteY8" fmla="*/ 5385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0528" h="6858000">
                <a:moveTo>
                  <a:pt x="398810" y="0"/>
                </a:moveTo>
                <a:lnTo>
                  <a:pt x="5900528" y="0"/>
                </a:lnTo>
                <a:lnTo>
                  <a:pt x="5900528" y="6858000"/>
                </a:lnTo>
                <a:lnTo>
                  <a:pt x="5782704" y="6858000"/>
                </a:lnTo>
                <a:lnTo>
                  <a:pt x="121277" y="6858000"/>
                </a:lnTo>
                <a:lnTo>
                  <a:pt x="126206" y="6799534"/>
                </a:lnTo>
                <a:cubicBezTo>
                  <a:pt x="159015" y="6514857"/>
                  <a:pt x="235257" y="6235843"/>
                  <a:pt x="352314" y="5973120"/>
                </a:cubicBezTo>
                <a:cubicBezTo>
                  <a:pt x="854676" y="4806176"/>
                  <a:pt x="911615" y="4548424"/>
                  <a:pt x="291748" y="3048186"/>
                </a:cubicBezTo>
                <a:cubicBezTo>
                  <a:pt x="-131323" y="2071917"/>
                  <a:pt x="-84635" y="974942"/>
                  <a:pt x="369305" y="53855"/>
                </a:cubicBezTo>
                <a:close/>
              </a:path>
            </a:pathLst>
          </a:custGeom>
          <a:solidFill>
            <a:schemeClr val="accent1"/>
          </a:solidFill>
          <a:ln w="81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8029B7B-3A55-7570-2200-34DDE1E6B757}"/>
              </a:ext>
            </a:extLst>
          </p:cNvPr>
          <p:cNvSpPr/>
          <p:nvPr userDrawn="1"/>
        </p:nvSpPr>
        <p:spPr>
          <a:xfrm rot="6239221">
            <a:off x="127201" y="-528301"/>
            <a:ext cx="1757851" cy="2238181"/>
          </a:xfrm>
          <a:custGeom>
            <a:avLst/>
            <a:gdLst>
              <a:gd name="connsiteX0" fmla="*/ 548837 w 1757851"/>
              <a:gd name="connsiteY0" fmla="*/ 2238181 h 2238181"/>
              <a:gd name="connsiteX1" fmla="*/ 0 w 1757851"/>
              <a:gd name="connsiteY1" fmla="*/ 34791 h 2238181"/>
              <a:gd name="connsiteX2" fmla="*/ 30446 w 1757851"/>
              <a:gd name="connsiteY2" fmla="*/ 26463 h 2238181"/>
              <a:gd name="connsiteX3" fmla="*/ 565291 w 1757851"/>
              <a:gd name="connsiteY3" fmla="*/ 44315 h 2238181"/>
              <a:gd name="connsiteX4" fmla="*/ 1131028 w 1757851"/>
              <a:gd name="connsiteY4" fmla="*/ 868208 h 2238181"/>
              <a:gd name="connsiteX5" fmla="*/ 1021176 w 1757851"/>
              <a:gd name="connsiteY5" fmla="*/ 1543798 h 2238181"/>
              <a:gd name="connsiteX6" fmla="*/ 1757103 w 1757851"/>
              <a:gd name="connsiteY6" fmla="*/ 1936694 h 2238181"/>
              <a:gd name="connsiteX7" fmla="*/ 1757851 w 1757851"/>
              <a:gd name="connsiteY7" fmla="*/ 1937030 h 2238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7851" h="2238181">
                <a:moveTo>
                  <a:pt x="548837" y="2238181"/>
                </a:moveTo>
                <a:lnTo>
                  <a:pt x="0" y="34791"/>
                </a:lnTo>
                <a:lnTo>
                  <a:pt x="30446" y="26463"/>
                </a:lnTo>
                <a:cubicBezTo>
                  <a:pt x="208270" y="-11985"/>
                  <a:pt x="392272" y="-10611"/>
                  <a:pt x="565291" y="44315"/>
                </a:cubicBezTo>
                <a:cubicBezTo>
                  <a:pt x="911324" y="154168"/>
                  <a:pt x="1185955" y="511185"/>
                  <a:pt x="1131028" y="868208"/>
                </a:cubicBezTo>
                <a:cubicBezTo>
                  <a:pt x="1098073" y="1098898"/>
                  <a:pt x="944279" y="1324093"/>
                  <a:pt x="1021176" y="1543798"/>
                </a:cubicBezTo>
                <a:cubicBezTo>
                  <a:pt x="1122105" y="1817744"/>
                  <a:pt x="1475347" y="1830959"/>
                  <a:pt x="1757103" y="1936694"/>
                </a:cubicBezTo>
                <a:lnTo>
                  <a:pt x="1757851" y="193703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0253D7-B39A-6A63-181C-FCED10B2C0B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5688" y="1328550"/>
            <a:ext cx="4678113" cy="191236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4B9B8A3-5405-B867-DD96-6143710A2C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45251" y="3478635"/>
            <a:ext cx="2288549" cy="205081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07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8BB1F4-183F-DA3F-BADA-5EB413C948E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358280" cy="4468217"/>
          </a:xfrm>
          <a:custGeom>
            <a:avLst/>
            <a:gdLst>
              <a:gd name="connsiteX0" fmla="*/ 0 w 4358280"/>
              <a:gd name="connsiteY0" fmla="*/ 0 h 4468217"/>
              <a:gd name="connsiteX1" fmla="*/ 4330102 w 4358280"/>
              <a:gd name="connsiteY1" fmla="*/ 0 h 4468217"/>
              <a:gd name="connsiteX2" fmla="*/ 4337629 w 4358280"/>
              <a:gd name="connsiteY2" fmla="*/ 59236 h 4468217"/>
              <a:gd name="connsiteX3" fmla="*/ 4358280 w 4358280"/>
              <a:gd name="connsiteY3" fmla="*/ 468213 h 4468217"/>
              <a:gd name="connsiteX4" fmla="*/ 358276 w 4358280"/>
              <a:gd name="connsiteY4" fmla="*/ 4468217 h 4468217"/>
              <a:gd name="connsiteX5" fmla="*/ 152436 w 4358280"/>
              <a:gd name="connsiteY5" fmla="*/ 4463012 h 4468217"/>
              <a:gd name="connsiteX6" fmla="*/ 0 w 4358280"/>
              <a:gd name="connsiteY6" fmla="*/ 4451421 h 4468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8280" h="4468217">
                <a:moveTo>
                  <a:pt x="0" y="0"/>
                </a:moveTo>
                <a:lnTo>
                  <a:pt x="4330102" y="0"/>
                </a:lnTo>
                <a:lnTo>
                  <a:pt x="4337629" y="59236"/>
                </a:lnTo>
                <a:cubicBezTo>
                  <a:pt x="4351285" y="193704"/>
                  <a:pt x="4358280" y="330142"/>
                  <a:pt x="4358280" y="468213"/>
                </a:cubicBezTo>
                <a:cubicBezTo>
                  <a:pt x="4358280" y="2677354"/>
                  <a:pt x="2567417" y="4468217"/>
                  <a:pt x="358276" y="4468217"/>
                </a:cubicBezTo>
                <a:cubicBezTo>
                  <a:pt x="289241" y="4468217"/>
                  <a:pt x="220613" y="4466468"/>
                  <a:pt x="152436" y="4463012"/>
                </a:cubicBezTo>
                <a:lnTo>
                  <a:pt x="0" y="44514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064A471-A5CC-1EC4-EAFA-12B3BAD3EE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44863" y="2709331"/>
            <a:ext cx="2283092" cy="228309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20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C1186F0-3EBA-DA2E-DFFB-1D4CF9C199AF}"/>
              </a:ext>
            </a:extLst>
          </p:cNvPr>
          <p:cNvSpPr/>
          <p:nvPr userDrawn="1"/>
        </p:nvSpPr>
        <p:spPr>
          <a:xfrm>
            <a:off x="10098344" y="1"/>
            <a:ext cx="2093656" cy="3750321"/>
          </a:xfrm>
          <a:custGeom>
            <a:avLst/>
            <a:gdLst>
              <a:gd name="connsiteX0" fmla="*/ 0 w 2093656"/>
              <a:gd name="connsiteY0" fmla="*/ 0 h 3750321"/>
              <a:gd name="connsiteX1" fmla="*/ 2093656 w 2093656"/>
              <a:gd name="connsiteY1" fmla="*/ 0 h 3750321"/>
              <a:gd name="connsiteX2" fmla="*/ 2093656 w 2093656"/>
              <a:gd name="connsiteY2" fmla="*/ 3750321 h 3750321"/>
              <a:gd name="connsiteX3" fmla="*/ 1915734 w 2093656"/>
              <a:gd name="connsiteY3" fmla="*/ 3698175 h 3750321"/>
              <a:gd name="connsiteX4" fmla="*/ 689356 w 2093656"/>
              <a:gd name="connsiteY4" fmla="*/ 2505596 h 3750321"/>
              <a:gd name="connsiteX5" fmla="*/ 508623 w 2093656"/>
              <a:gd name="connsiteY5" fmla="*/ 764257 h 3750321"/>
              <a:gd name="connsiteX6" fmla="*/ 130866 w 2093656"/>
              <a:gd name="connsiteY6" fmla="*/ 359426 h 3750321"/>
              <a:gd name="connsiteX7" fmla="*/ 7013 w 2093656"/>
              <a:gd name="connsiteY7" fmla="*/ 71946 h 3750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3656" h="3750321">
                <a:moveTo>
                  <a:pt x="0" y="0"/>
                </a:moveTo>
                <a:lnTo>
                  <a:pt x="2093656" y="0"/>
                </a:lnTo>
                <a:lnTo>
                  <a:pt x="2093656" y="3750321"/>
                </a:lnTo>
                <a:lnTo>
                  <a:pt x="1915734" y="3698175"/>
                </a:lnTo>
                <a:cubicBezTo>
                  <a:pt x="1338789" y="3498376"/>
                  <a:pt x="806945" y="3092846"/>
                  <a:pt x="689356" y="2505596"/>
                </a:cubicBezTo>
                <a:cubicBezTo>
                  <a:pt x="570775" y="1923456"/>
                  <a:pt x="862032" y="1240956"/>
                  <a:pt x="508623" y="764257"/>
                </a:cubicBezTo>
                <a:cubicBezTo>
                  <a:pt x="400644" y="616932"/>
                  <a:pt x="238844" y="506751"/>
                  <a:pt x="130866" y="359426"/>
                </a:cubicBezTo>
                <a:cubicBezTo>
                  <a:pt x="67591" y="272308"/>
                  <a:pt x="27129" y="174361"/>
                  <a:pt x="7013" y="71946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A928E6-98F1-1DA3-0BC7-160AEFA49E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24575" y="2880931"/>
            <a:ext cx="3443538" cy="316105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E3F2511-29EA-D83B-D0EA-DBBD632BD438}"/>
              </a:ext>
            </a:extLst>
          </p:cNvPr>
          <p:cNvSpPr/>
          <p:nvPr userDrawn="1"/>
        </p:nvSpPr>
        <p:spPr>
          <a:xfrm>
            <a:off x="0" y="5186892"/>
            <a:ext cx="3487874" cy="1671109"/>
          </a:xfrm>
          <a:custGeom>
            <a:avLst/>
            <a:gdLst>
              <a:gd name="connsiteX0" fmla="*/ 42451 w 3487874"/>
              <a:gd name="connsiteY0" fmla="*/ 2341 h 1671109"/>
              <a:gd name="connsiteX1" fmla="*/ 1075845 w 3487874"/>
              <a:gd name="connsiteY1" fmla="*/ 214223 h 1671109"/>
              <a:gd name="connsiteX2" fmla="*/ 2445926 w 3487874"/>
              <a:gd name="connsiteY2" fmla="*/ 758688 h 1671109"/>
              <a:gd name="connsiteX3" fmla="*/ 2807033 w 3487874"/>
              <a:gd name="connsiteY3" fmla="*/ 824776 h 1671109"/>
              <a:gd name="connsiteX4" fmla="*/ 3463072 w 3487874"/>
              <a:gd name="connsiteY4" fmla="*/ 1567424 h 1671109"/>
              <a:gd name="connsiteX5" fmla="*/ 3487874 w 3487874"/>
              <a:gd name="connsiteY5" fmla="*/ 1671109 h 1671109"/>
              <a:gd name="connsiteX6" fmla="*/ 0 w 3487874"/>
              <a:gd name="connsiteY6" fmla="*/ 1671109 h 1671109"/>
              <a:gd name="connsiteX7" fmla="*/ 0 w 3487874"/>
              <a:gd name="connsiteY7" fmla="*/ 8473 h 1671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7874" h="1671109">
                <a:moveTo>
                  <a:pt x="42451" y="2341"/>
                </a:moveTo>
                <a:cubicBezTo>
                  <a:pt x="393791" y="-18973"/>
                  <a:pt x="845903" y="109546"/>
                  <a:pt x="1075845" y="214223"/>
                </a:cubicBezTo>
                <a:cubicBezTo>
                  <a:pt x="1411291" y="371941"/>
                  <a:pt x="1936164" y="761341"/>
                  <a:pt x="2445926" y="758688"/>
                </a:cubicBezTo>
                <a:cubicBezTo>
                  <a:pt x="2576634" y="758007"/>
                  <a:pt x="2702195" y="773038"/>
                  <a:pt x="2807033" y="824776"/>
                </a:cubicBezTo>
                <a:cubicBezTo>
                  <a:pt x="3105228" y="983344"/>
                  <a:pt x="3361941" y="1248207"/>
                  <a:pt x="3463072" y="1567424"/>
                </a:cubicBezTo>
                <a:lnTo>
                  <a:pt x="3487874" y="1671109"/>
                </a:lnTo>
                <a:lnTo>
                  <a:pt x="0" y="1671109"/>
                </a:lnTo>
                <a:lnTo>
                  <a:pt x="0" y="8473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66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06;p36">
            <a:extLst>
              <a:ext uri="{FF2B5EF4-FFF2-40B4-BE49-F238E27FC236}">
                <a16:creationId xmlns:a16="http://schemas.microsoft.com/office/drawing/2014/main" id="{733DE7D8-4F41-3A15-2DA5-1EC31A95A12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C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2489"/>
              <a:buFont typeface="Open Sans"/>
              <a:buNone/>
            </a:pPr>
            <a:endParaRPr sz="2489">
              <a:solidFill>
                <a:srgbClr val="0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grpSp>
        <p:nvGrpSpPr>
          <p:cNvPr id="85" name="Google Shape;107;p36">
            <a:extLst>
              <a:ext uri="{FF2B5EF4-FFF2-40B4-BE49-F238E27FC236}">
                <a16:creationId xmlns:a16="http://schemas.microsoft.com/office/drawing/2014/main" id="{D8158DA8-21BA-08AE-695B-F9A938B2F4B0}"/>
              </a:ext>
            </a:extLst>
          </p:cNvPr>
          <p:cNvGrpSpPr/>
          <p:nvPr userDrawn="1"/>
        </p:nvGrpSpPr>
        <p:grpSpPr>
          <a:xfrm>
            <a:off x="3720239" y="651289"/>
            <a:ext cx="4960747" cy="884555"/>
            <a:chOff x="1303954" y="2265104"/>
            <a:chExt cx="3720560" cy="663416"/>
          </a:xfrm>
        </p:grpSpPr>
        <p:sp>
          <p:nvSpPr>
            <p:cNvPr id="86" name="Google Shape;108;p36">
              <a:extLst>
                <a:ext uri="{FF2B5EF4-FFF2-40B4-BE49-F238E27FC236}">
                  <a16:creationId xmlns:a16="http://schemas.microsoft.com/office/drawing/2014/main" id="{379DB6B1-759C-EB69-DAA2-717317535D99}"/>
                </a:ext>
              </a:extLst>
            </p:cNvPr>
            <p:cNvSpPr/>
            <p:nvPr/>
          </p:nvSpPr>
          <p:spPr>
            <a:xfrm>
              <a:off x="1303954" y="2333113"/>
              <a:ext cx="415671" cy="576738"/>
            </a:xfrm>
            <a:custGeom>
              <a:avLst/>
              <a:gdLst/>
              <a:ahLst/>
              <a:cxnLst/>
              <a:rect l="l" t="t" r="r" b="b"/>
              <a:pathLst>
                <a:path w="415671" h="576738" extrusionOk="0">
                  <a:moveTo>
                    <a:pt x="17907" y="576739"/>
                  </a:moveTo>
                  <a:cubicBezTo>
                    <a:pt x="13335" y="576739"/>
                    <a:pt x="9239" y="574643"/>
                    <a:pt x="5525" y="570548"/>
                  </a:cubicBezTo>
                  <a:cubicBezTo>
                    <a:pt x="1905" y="566452"/>
                    <a:pt x="0" y="561308"/>
                    <a:pt x="0" y="555308"/>
                  </a:cubicBezTo>
                  <a:lnTo>
                    <a:pt x="0" y="21431"/>
                  </a:lnTo>
                  <a:cubicBezTo>
                    <a:pt x="0" y="15430"/>
                    <a:pt x="1810" y="10287"/>
                    <a:pt x="5525" y="6191"/>
                  </a:cubicBezTo>
                  <a:cubicBezTo>
                    <a:pt x="9144" y="2095"/>
                    <a:pt x="13335" y="0"/>
                    <a:pt x="17907" y="0"/>
                  </a:cubicBezTo>
                  <a:lnTo>
                    <a:pt x="218123" y="0"/>
                  </a:lnTo>
                  <a:cubicBezTo>
                    <a:pt x="257937" y="0"/>
                    <a:pt x="292513" y="7144"/>
                    <a:pt x="322040" y="21431"/>
                  </a:cubicBezTo>
                  <a:cubicBezTo>
                    <a:pt x="351568" y="35719"/>
                    <a:pt x="374523" y="57436"/>
                    <a:pt x="391001" y="86487"/>
                  </a:cubicBezTo>
                  <a:cubicBezTo>
                    <a:pt x="407480" y="115634"/>
                    <a:pt x="415671" y="152114"/>
                    <a:pt x="415671" y="196024"/>
                  </a:cubicBezTo>
                  <a:cubicBezTo>
                    <a:pt x="415671" y="239935"/>
                    <a:pt x="407480" y="276130"/>
                    <a:pt x="391001" y="304419"/>
                  </a:cubicBezTo>
                  <a:cubicBezTo>
                    <a:pt x="374523" y="332708"/>
                    <a:pt x="351568" y="353473"/>
                    <a:pt x="322040" y="366617"/>
                  </a:cubicBezTo>
                  <a:cubicBezTo>
                    <a:pt x="292513" y="379762"/>
                    <a:pt x="257937" y="386429"/>
                    <a:pt x="218123" y="386429"/>
                  </a:cubicBezTo>
                  <a:lnTo>
                    <a:pt x="152972" y="386429"/>
                  </a:lnTo>
                  <a:lnTo>
                    <a:pt x="152972" y="555308"/>
                  </a:lnTo>
                  <a:cubicBezTo>
                    <a:pt x="152972" y="561404"/>
                    <a:pt x="151257" y="566452"/>
                    <a:pt x="147828" y="570548"/>
                  </a:cubicBezTo>
                  <a:cubicBezTo>
                    <a:pt x="144399" y="574643"/>
                    <a:pt x="140208" y="576739"/>
                    <a:pt x="135160" y="576739"/>
                  </a:cubicBezTo>
                  <a:lnTo>
                    <a:pt x="17907" y="576739"/>
                  </a:lnTo>
                  <a:close/>
                  <a:moveTo>
                    <a:pt x="150305" y="253746"/>
                  </a:moveTo>
                  <a:lnTo>
                    <a:pt x="214789" y="253746"/>
                  </a:lnTo>
                  <a:cubicBezTo>
                    <a:pt x="228029" y="253746"/>
                    <a:pt x="239363" y="248984"/>
                    <a:pt x="248698" y="239363"/>
                  </a:cubicBezTo>
                  <a:cubicBezTo>
                    <a:pt x="258032" y="229743"/>
                    <a:pt x="262795" y="214789"/>
                    <a:pt x="262795" y="194500"/>
                  </a:cubicBezTo>
                  <a:cubicBezTo>
                    <a:pt x="262795" y="178594"/>
                    <a:pt x="259175" y="164402"/>
                    <a:pt x="251841" y="152114"/>
                  </a:cubicBezTo>
                  <a:cubicBezTo>
                    <a:pt x="244507" y="139732"/>
                    <a:pt x="232220" y="133541"/>
                    <a:pt x="214789" y="133541"/>
                  </a:cubicBezTo>
                  <a:lnTo>
                    <a:pt x="150305" y="133541"/>
                  </a:lnTo>
                  <a:lnTo>
                    <a:pt x="150305" y="253841"/>
                  </a:lnTo>
                  <a:close/>
                </a:path>
              </a:pathLst>
            </a:custGeom>
            <a:solidFill>
              <a:srgbClr val="783E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109;p36">
              <a:extLst>
                <a:ext uri="{FF2B5EF4-FFF2-40B4-BE49-F238E27FC236}">
                  <a16:creationId xmlns:a16="http://schemas.microsoft.com/office/drawing/2014/main" id="{AE907298-B9F5-9603-F601-877ADDBC5031}"/>
                </a:ext>
              </a:extLst>
            </p:cNvPr>
            <p:cNvSpPr/>
            <p:nvPr/>
          </p:nvSpPr>
          <p:spPr>
            <a:xfrm>
              <a:off x="1777823" y="2333113"/>
              <a:ext cx="415670" cy="576738"/>
            </a:xfrm>
            <a:custGeom>
              <a:avLst/>
              <a:gdLst/>
              <a:ahLst/>
              <a:cxnLst/>
              <a:rect l="l" t="t" r="r" b="b"/>
              <a:pathLst>
                <a:path w="415670" h="576738" extrusionOk="0">
                  <a:moveTo>
                    <a:pt x="17907" y="576739"/>
                  </a:moveTo>
                  <a:cubicBezTo>
                    <a:pt x="13335" y="576739"/>
                    <a:pt x="9239" y="574643"/>
                    <a:pt x="5524" y="570548"/>
                  </a:cubicBezTo>
                  <a:cubicBezTo>
                    <a:pt x="1905" y="566452"/>
                    <a:pt x="0" y="561308"/>
                    <a:pt x="0" y="555308"/>
                  </a:cubicBezTo>
                  <a:lnTo>
                    <a:pt x="0" y="21431"/>
                  </a:lnTo>
                  <a:cubicBezTo>
                    <a:pt x="0" y="15430"/>
                    <a:pt x="1810" y="10287"/>
                    <a:pt x="5524" y="6191"/>
                  </a:cubicBezTo>
                  <a:cubicBezTo>
                    <a:pt x="9144" y="2095"/>
                    <a:pt x="13335" y="0"/>
                    <a:pt x="17907" y="0"/>
                  </a:cubicBezTo>
                  <a:lnTo>
                    <a:pt x="218122" y="0"/>
                  </a:lnTo>
                  <a:cubicBezTo>
                    <a:pt x="257937" y="0"/>
                    <a:pt x="292513" y="7144"/>
                    <a:pt x="322040" y="21431"/>
                  </a:cubicBezTo>
                  <a:cubicBezTo>
                    <a:pt x="351568" y="35719"/>
                    <a:pt x="374523" y="57436"/>
                    <a:pt x="391001" y="86487"/>
                  </a:cubicBezTo>
                  <a:cubicBezTo>
                    <a:pt x="407479" y="115634"/>
                    <a:pt x="415671" y="152114"/>
                    <a:pt x="415671" y="196024"/>
                  </a:cubicBezTo>
                  <a:cubicBezTo>
                    <a:pt x="415671" y="239935"/>
                    <a:pt x="407479" y="276130"/>
                    <a:pt x="391001" y="304419"/>
                  </a:cubicBezTo>
                  <a:cubicBezTo>
                    <a:pt x="374523" y="332708"/>
                    <a:pt x="351568" y="353473"/>
                    <a:pt x="322040" y="366617"/>
                  </a:cubicBezTo>
                  <a:cubicBezTo>
                    <a:pt x="292513" y="379762"/>
                    <a:pt x="257937" y="386429"/>
                    <a:pt x="218122" y="386429"/>
                  </a:cubicBezTo>
                  <a:lnTo>
                    <a:pt x="152972" y="386429"/>
                  </a:lnTo>
                  <a:lnTo>
                    <a:pt x="152972" y="555308"/>
                  </a:lnTo>
                  <a:cubicBezTo>
                    <a:pt x="152972" y="561404"/>
                    <a:pt x="151257" y="566452"/>
                    <a:pt x="147828" y="570548"/>
                  </a:cubicBezTo>
                  <a:cubicBezTo>
                    <a:pt x="144399" y="574643"/>
                    <a:pt x="140208" y="576739"/>
                    <a:pt x="135160" y="576739"/>
                  </a:cubicBezTo>
                  <a:lnTo>
                    <a:pt x="17907" y="576739"/>
                  </a:lnTo>
                  <a:close/>
                  <a:moveTo>
                    <a:pt x="150304" y="253746"/>
                  </a:moveTo>
                  <a:lnTo>
                    <a:pt x="214789" y="253746"/>
                  </a:lnTo>
                  <a:cubicBezTo>
                    <a:pt x="228028" y="253746"/>
                    <a:pt x="239363" y="248984"/>
                    <a:pt x="248698" y="239363"/>
                  </a:cubicBezTo>
                  <a:cubicBezTo>
                    <a:pt x="258032" y="229743"/>
                    <a:pt x="262795" y="214789"/>
                    <a:pt x="262795" y="194500"/>
                  </a:cubicBezTo>
                  <a:cubicBezTo>
                    <a:pt x="262795" y="178594"/>
                    <a:pt x="259175" y="164402"/>
                    <a:pt x="251841" y="152114"/>
                  </a:cubicBezTo>
                  <a:cubicBezTo>
                    <a:pt x="244507" y="139732"/>
                    <a:pt x="232220" y="133541"/>
                    <a:pt x="214789" y="133541"/>
                  </a:cubicBezTo>
                  <a:lnTo>
                    <a:pt x="150304" y="133541"/>
                  </a:lnTo>
                  <a:lnTo>
                    <a:pt x="150304" y="253841"/>
                  </a:lnTo>
                  <a:close/>
                </a:path>
              </a:pathLst>
            </a:custGeom>
            <a:solidFill>
              <a:srgbClr val="783E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110;p36">
              <a:extLst>
                <a:ext uri="{FF2B5EF4-FFF2-40B4-BE49-F238E27FC236}">
                  <a16:creationId xmlns:a16="http://schemas.microsoft.com/office/drawing/2014/main" id="{342A0AF3-B0AB-5DB8-8763-894F26D653E6}"/>
                </a:ext>
              </a:extLst>
            </p:cNvPr>
            <p:cNvSpPr/>
            <p:nvPr/>
          </p:nvSpPr>
          <p:spPr>
            <a:xfrm>
              <a:off x="2222450" y="2333113"/>
              <a:ext cx="421004" cy="576738"/>
            </a:xfrm>
            <a:custGeom>
              <a:avLst/>
              <a:gdLst/>
              <a:ahLst/>
              <a:cxnLst/>
              <a:rect l="l" t="t" r="r" b="b"/>
              <a:pathLst>
                <a:path w="421004" h="576738" extrusionOk="0">
                  <a:moveTo>
                    <a:pt x="153543" y="576739"/>
                  </a:moveTo>
                  <a:cubicBezTo>
                    <a:pt x="148495" y="576739"/>
                    <a:pt x="144304" y="574643"/>
                    <a:pt x="140875" y="570548"/>
                  </a:cubicBezTo>
                  <a:cubicBezTo>
                    <a:pt x="137446" y="566452"/>
                    <a:pt x="135731" y="561308"/>
                    <a:pt x="135731" y="555308"/>
                  </a:cubicBezTo>
                  <a:lnTo>
                    <a:pt x="135731" y="153257"/>
                  </a:lnTo>
                  <a:lnTo>
                    <a:pt x="17812" y="153257"/>
                  </a:lnTo>
                  <a:cubicBezTo>
                    <a:pt x="12764" y="153257"/>
                    <a:pt x="8573" y="151162"/>
                    <a:pt x="5144" y="147066"/>
                  </a:cubicBezTo>
                  <a:cubicBezTo>
                    <a:pt x="1715" y="142970"/>
                    <a:pt x="0" y="137827"/>
                    <a:pt x="0" y="131826"/>
                  </a:cubicBezTo>
                  <a:lnTo>
                    <a:pt x="0" y="21431"/>
                  </a:lnTo>
                  <a:cubicBezTo>
                    <a:pt x="0" y="15430"/>
                    <a:pt x="1715" y="10287"/>
                    <a:pt x="5144" y="6191"/>
                  </a:cubicBezTo>
                  <a:cubicBezTo>
                    <a:pt x="8573" y="2095"/>
                    <a:pt x="12764" y="0"/>
                    <a:pt x="17812" y="0"/>
                  </a:cubicBezTo>
                  <a:lnTo>
                    <a:pt x="403193" y="0"/>
                  </a:lnTo>
                  <a:cubicBezTo>
                    <a:pt x="408242" y="0"/>
                    <a:pt x="412433" y="2095"/>
                    <a:pt x="415862" y="6191"/>
                  </a:cubicBezTo>
                  <a:cubicBezTo>
                    <a:pt x="419291" y="10287"/>
                    <a:pt x="421005" y="15430"/>
                    <a:pt x="421005" y="21431"/>
                  </a:cubicBezTo>
                  <a:lnTo>
                    <a:pt x="421005" y="131826"/>
                  </a:lnTo>
                  <a:cubicBezTo>
                    <a:pt x="421005" y="137922"/>
                    <a:pt x="419291" y="142970"/>
                    <a:pt x="415862" y="147066"/>
                  </a:cubicBezTo>
                  <a:cubicBezTo>
                    <a:pt x="412433" y="151162"/>
                    <a:pt x="408242" y="153257"/>
                    <a:pt x="403193" y="153257"/>
                  </a:cubicBezTo>
                  <a:lnTo>
                    <a:pt x="285274" y="153257"/>
                  </a:lnTo>
                  <a:lnTo>
                    <a:pt x="285274" y="555308"/>
                  </a:lnTo>
                  <a:cubicBezTo>
                    <a:pt x="285274" y="561404"/>
                    <a:pt x="283559" y="566452"/>
                    <a:pt x="280130" y="570548"/>
                  </a:cubicBezTo>
                  <a:cubicBezTo>
                    <a:pt x="276701" y="574643"/>
                    <a:pt x="272510" y="576739"/>
                    <a:pt x="267462" y="576739"/>
                  </a:cubicBezTo>
                  <a:lnTo>
                    <a:pt x="153638" y="576739"/>
                  </a:lnTo>
                  <a:close/>
                </a:path>
              </a:pathLst>
            </a:custGeom>
            <a:solidFill>
              <a:srgbClr val="783E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111;p36">
              <a:extLst>
                <a:ext uri="{FF2B5EF4-FFF2-40B4-BE49-F238E27FC236}">
                  <a16:creationId xmlns:a16="http://schemas.microsoft.com/office/drawing/2014/main" id="{B5D1518B-1AF4-FA99-40F8-DB44508A86BB}"/>
                </a:ext>
              </a:extLst>
            </p:cNvPr>
            <p:cNvSpPr/>
            <p:nvPr/>
          </p:nvSpPr>
          <p:spPr>
            <a:xfrm>
              <a:off x="2655837" y="2329112"/>
              <a:ext cx="642556" cy="586168"/>
            </a:xfrm>
            <a:custGeom>
              <a:avLst/>
              <a:gdLst/>
              <a:ahLst/>
              <a:cxnLst/>
              <a:rect l="l" t="t" r="r" b="b"/>
              <a:pathLst>
                <a:path w="642556" h="586168" extrusionOk="0">
                  <a:moveTo>
                    <a:pt x="635318" y="23908"/>
                  </a:moveTo>
                  <a:cubicBezTo>
                    <a:pt x="640080" y="29813"/>
                    <a:pt x="642557" y="37624"/>
                    <a:pt x="642557" y="47244"/>
                  </a:cubicBezTo>
                  <a:cubicBezTo>
                    <a:pt x="642557" y="78772"/>
                    <a:pt x="625602" y="93440"/>
                    <a:pt x="591788" y="91154"/>
                  </a:cubicBezTo>
                  <a:lnTo>
                    <a:pt x="567785" y="89059"/>
                  </a:lnTo>
                  <a:cubicBezTo>
                    <a:pt x="540830" y="86773"/>
                    <a:pt x="513969" y="84963"/>
                    <a:pt x="487204" y="83534"/>
                  </a:cubicBezTo>
                  <a:cubicBezTo>
                    <a:pt x="460438" y="82106"/>
                    <a:pt x="432435" y="81439"/>
                    <a:pt x="403193" y="81439"/>
                  </a:cubicBezTo>
                  <a:lnTo>
                    <a:pt x="372332" y="81439"/>
                  </a:lnTo>
                  <a:cubicBezTo>
                    <a:pt x="366808" y="149066"/>
                    <a:pt x="361093" y="210788"/>
                    <a:pt x="355187" y="266605"/>
                  </a:cubicBezTo>
                  <a:lnTo>
                    <a:pt x="473107" y="264509"/>
                  </a:lnTo>
                  <a:cubicBezTo>
                    <a:pt x="490061" y="264509"/>
                    <a:pt x="501301" y="267462"/>
                    <a:pt x="507016" y="273463"/>
                  </a:cubicBezTo>
                  <a:cubicBezTo>
                    <a:pt x="512731" y="279368"/>
                    <a:pt x="515588" y="287369"/>
                    <a:pt x="515588" y="297466"/>
                  </a:cubicBezTo>
                  <a:cubicBezTo>
                    <a:pt x="515588" y="312992"/>
                    <a:pt x="511016" y="325279"/>
                    <a:pt x="501872" y="334137"/>
                  </a:cubicBezTo>
                  <a:cubicBezTo>
                    <a:pt x="492728" y="343091"/>
                    <a:pt x="479679" y="347472"/>
                    <a:pt x="462820" y="347472"/>
                  </a:cubicBezTo>
                  <a:lnTo>
                    <a:pt x="345567" y="347472"/>
                  </a:lnTo>
                  <a:lnTo>
                    <a:pt x="341471" y="377000"/>
                  </a:lnTo>
                  <a:cubicBezTo>
                    <a:pt x="331851" y="452438"/>
                    <a:pt x="311372" y="506159"/>
                    <a:pt x="280130" y="538163"/>
                  </a:cubicBezTo>
                  <a:cubicBezTo>
                    <a:pt x="248793" y="570167"/>
                    <a:pt x="205740" y="586169"/>
                    <a:pt x="150876" y="586169"/>
                  </a:cubicBezTo>
                  <a:cubicBezTo>
                    <a:pt x="119825" y="586169"/>
                    <a:pt x="91250" y="579406"/>
                    <a:pt x="65151" y="565976"/>
                  </a:cubicBezTo>
                  <a:cubicBezTo>
                    <a:pt x="39053" y="552450"/>
                    <a:pt x="19907" y="536162"/>
                    <a:pt x="7525" y="516922"/>
                  </a:cubicBezTo>
                  <a:cubicBezTo>
                    <a:pt x="2476" y="509111"/>
                    <a:pt x="0" y="499777"/>
                    <a:pt x="0" y="488823"/>
                  </a:cubicBezTo>
                  <a:cubicBezTo>
                    <a:pt x="0" y="477869"/>
                    <a:pt x="2667" y="468249"/>
                    <a:pt x="7906" y="460057"/>
                  </a:cubicBezTo>
                  <a:cubicBezTo>
                    <a:pt x="13145" y="451866"/>
                    <a:pt x="19717" y="447675"/>
                    <a:pt x="27432" y="447675"/>
                  </a:cubicBezTo>
                  <a:cubicBezTo>
                    <a:pt x="32957" y="447675"/>
                    <a:pt x="38291" y="449485"/>
                    <a:pt x="43529" y="453200"/>
                  </a:cubicBezTo>
                  <a:cubicBezTo>
                    <a:pt x="48768" y="456819"/>
                    <a:pt x="55531" y="463963"/>
                    <a:pt x="63722" y="474440"/>
                  </a:cubicBezTo>
                  <a:cubicBezTo>
                    <a:pt x="85630" y="503206"/>
                    <a:pt x="112871" y="517684"/>
                    <a:pt x="145351" y="517684"/>
                  </a:cubicBezTo>
                  <a:cubicBezTo>
                    <a:pt x="171450" y="517684"/>
                    <a:pt x="193262" y="507016"/>
                    <a:pt x="210884" y="485775"/>
                  </a:cubicBezTo>
                  <a:cubicBezTo>
                    <a:pt x="228505" y="464534"/>
                    <a:pt x="239840" y="431006"/>
                    <a:pt x="244792" y="385286"/>
                  </a:cubicBezTo>
                  <a:lnTo>
                    <a:pt x="248888" y="347567"/>
                  </a:lnTo>
                  <a:lnTo>
                    <a:pt x="215932" y="347567"/>
                  </a:lnTo>
                  <a:cubicBezTo>
                    <a:pt x="205454" y="347567"/>
                    <a:pt x="196405" y="344615"/>
                    <a:pt x="188881" y="338614"/>
                  </a:cubicBezTo>
                  <a:cubicBezTo>
                    <a:pt x="181356" y="332708"/>
                    <a:pt x="177546" y="324231"/>
                    <a:pt x="177546" y="313277"/>
                  </a:cubicBezTo>
                  <a:cubicBezTo>
                    <a:pt x="177546" y="299085"/>
                    <a:pt x="181166" y="288227"/>
                    <a:pt x="188500" y="280702"/>
                  </a:cubicBezTo>
                  <a:cubicBezTo>
                    <a:pt x="195834" y="273177"/>
                    <a:pt x="206597" y="269367"/>
                    <a:pt x="220694" y="269367"/>
                  </a:cubicBezTo>
                  <a:cubicBezTo>
                    <a:pt x="233458" y="269367"/>
                    <a:pt x="246031" y="269177"/>
                    <a:pt x="258413" y="268700"/>
                  </a:cubicBezTo>
                  <a:cubicBezTo>
                    <a:pt x="263938" y="218408"/>
                    <a:pt x="269843" y="157353"/>
                    <a:pt x="276225" y="85630"/>
                  </a:cubicBezTo>
                  <a:cubicBezTo>
                    <a:pt x="226886" y="90202"/>
                    <a:pt x="192119" y="98203"/>
                    <a:pt x="172021" y="109633"/>
                  </a:cubicBezTo>
                  <a:cubicBezTo>
                    <a:pt x="151924" y="121063"/>
                    <a:pt x="141827" y="138017"/>
                    <a:pt x="141827" y="160401"/>
                  </a:cubicBezTo>
                  <a:cubicBezTo>
                    <a:pt x="141827" y="175927"/>
                    <a:pt x="146399" y="190786"/>
                    <a:pt x="155543" y="204978"/>
                  </a:cubicBezTo>
                  <a:cubicBezTo>
                    <a:pt x="158305" y="209074"/>
                    <a:pt x="159639" y="213170"/>
                    <a:pt x="159639" y="217361"/>
                  </a:cubicBezTo>
                  <a:cubicBezTo>
                    <a:pt x="159639" y="225552"/>
                    <a:pt x="155067" y="232791"/>
                    <a:pt x="145923" y="238982"/>
                  </a:cubicBezTo>
                  <a:cubicBezTo>
                    <a:pt x="136779" y="245174"/>
                    <a:pt x="126492" y="248222"/>
                    <a:pt x="115062" y="248222"/>
                  </a:cubicBezTo>
                  <a:cubicBezTo>
                    <a:pt x="102679" y="248222"/>
                    <a:pt x="92202" y="244602"/>
                    <a:pt x="83534" y="237268"/>
                  </a:cubicBezTo>
                  <a:cubicBezTo>
                    <a:pt x="78010" y="232696"/>
                    <a:pt x="72771" y="223361"/>
                    <a:pt x="67723" y="209169"/>
                  </a:cubicBezTo>
                  <a:cubicBezTo>
                    <a:pt x="62675" y="194977"/>
                    <a:pt x="60198" y="179261"/>
                    <a:pt x="60198" y="161830"/>
                  </a:cubicBezTo>
                  <a:cubicBezTo>
                    <a:pt x="60198" y="105156"/>
                    <a:pt x="89345" y="64008"/>
                    <a:pt x="147638" y="38386"/>
                  </a:cubicBezTo>
                  <a:cubicBezTo>
                    <a:pt x="205930" y="12764"/>
                    <a:pt x="291084" y="0"/>
                    <a:pt x="403098" y="0"/>
                  </a:cubicBezTo>
                  <a:cubicBezTo>
                    <a:pt x="480822" y="0"/>
                    <a:pt x="549402" y="4096"/>
                    <a:pt x="608838" y="12383"/>
                  </a:cubicBezTo>
                  <a:cubicBezTo>
                    <a:pt x="621601" y="14192"/>
                    <a:pt x="630460" y="18097"/>
                    <a:pt x="635222" y="2400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112;p36">
              <a:extLst>
                <a:ext uri="{FF2B5EF4-FFF2-40B4-BE49-F238E27FC236}">
                  <a16:creationId xmlns:a16="http://schemas.microsoft.com/office/drawing/2014/main" id="{FBCFFF0E-DA84-42E4-709D-013FD13BFEAE}"/>
                </a:ext>
              </a:extLst>
            </p:cNvPr>
            <p:cNvSpPr/>
            <p:nvPr/>
          </p:nvSpPr>
          <p:spPr>
            <a:xfrm>
              <a:off x="3178950" y="2590288"/>
              <a:ext cx="374427" cy="323088"/>
            </a:xfrm>
            <a:custGeom>
              <a:avLst/>
              <a:gdLst/>
              <a:ahLst/>
              <a:cxnLst/>
              <a:rect l="l" t="t" r="r" b="b"/>
              <a:pathLst>
                <a:path w="374427" h="323088" extrusionOk="0">
                  <a:moveTo>
                    <a:pt x="10668" y="295561"/>
                  </a:moveTo>
                  <a:cubicBezTo>
                    <a:pt x="3620" y="277273"/>
                    <a:pt x="0" y="248031"/>
                    <a:pt x="0" y="207740"/>
                  </a:cubicBezTo>
                  <a:cubicBezTo>
                    <a:pt x="0" y="148304"/>
                    <a:pt x="8477" y="91821"/>
                    <a:pt x="25337" y="38386"/>
                  </a:cubicBezTo>
                  <a:cubicBezTo>
                    <a:pt x="29432" y="25146"/>
                    <a:pt x="36195" y="15430"/>
                    <a:pt x="45529" y="9239"/>
                  </a:cubicBezTo>
                  <a:cubicBezTo>
                    <a:pt x="54864" y="3048"/>
                    <a:pt x="68008" y="0"/>
                    <a:pt x="84963" y="0"/>
                  </a:cubicBezTo>
                  <a:cubicBezTo>
                    <a:pt x="94107" y="0"/>
                    <a:pt x="100489" y="1143"/>
                    <a:pt x="104204" y="3429"/>
                  </a:cubicBezTo>
                  <a:cubicBezTo>
                    <a:pt x="107823" y="5715"/>
                    <a:pt x="109728" y="10096"/>
                    <a:pt x="109728" y="16478"/>
                  </a:cubicBezTo>
                  <a:cubicBezTo>
                    <a:pt x="109728" y="23813"/>
                    <a:pt x="106299" y="40291"/>
                    <a:pt x="99441" y="65818"/>
                  </a:cubicBezTo>
                  <a:cubicBezTo>
                    <a:pt x="94869" y="84106"/>
                    <a:pt x="91250" y="100108"/>
                    <a:pt x="88487" y="113824"/>
                  </a:cubicBezTo>
                  <a:cubicBezTo>
                    <a:pt x="85725" y="127540"/>
                    <a:pt x="83439" y="144494"/>
                    <a:pt x="81629" y="164592"/>
                  </a:cubicBezTo>
                  <a:cubicBezTo>
                    <a:pt x="96679" y="125254"/>
                    <a:pt x="113633" y="93250"/>
                    <a:pt x="132398" y="68580"/>
                  </a:cubicBezTo>
                  <a:cubicBezTo>
                    <a:pt x="151162" y="43910"/>
                    <a:pt x="169545" y="26289"/>
                    <a:pt x="187642" y="15811"/>
                  </a:cubicBezTo>
                  <a:cubicBezTo>
                    <a:pt x="205740" y="5334"/>
                    <a:pt x="222313" y="0"/>
                    <a:pt x="237363" y="0"/>
                  </a:cubicBezTo>
                  <a:cubicBezTo>
                    <a:pt x="267081" y="0"/>
                    <a:pt x="281940" y="14859"/>
                    <a:pt x="281940" y="44577"/>
                  </a:cubicBezTo>
                  <a:cubicBezTo>
                    <a:pt x="281940" y="50482"/>
                    <a:pt x="279845" y="64960"/>
                    <a:pt x="275749" y="87820"/>
                  </a:cubicBezTo>
                  <a:cubicBezTo>
                    <a:pt x="272129" y="106108"/>
                    <a:pt x="270224" y="117539"/>
                    <a:pt x="270224" y="122111"/>
                  </a:cubicBezTo>
                  <a:cubicBezTo>
                    <a:pt x="270224" y="138113"/>
                    <a:pt x="275939" y="146114"/>
                    <a:pt x="287369" y="146114"/>
                  </a:cubicBezTo>
                  <a:cubicBezTo>
                    <a:pt x="300133" y="146114"/>
                    <a:pt x="316611" y="136017"/>
                    <a:pt x="336709" y="115919"/>
                  </a:cubicBezTo>
                  <a:cubicBezTo>
                    <a:pt x="342614" y="110014"/>
                    <a:pt x="348806" y="106966"/>
                    <a:pt x="355187" y="106966"/>
                  </a:cubicBezTo>
                  <a:cubicBezTo>
                    <a:pt x="361093" y="106966"/>
                    <a:pt x="365855" y="109633"/>
                    <a:pt x="369284" y="114871"/>
                  </a:cubicBezTo>
                  <a:cubicBezTo>
                    <a:pt x="372713" y="120110"/>
                    <a:pt x="374428" y="127159"/>
                    <a:pt x="374428" y="135826"/>
                  </a:cubicBezTo>
                  <a:cubicBezTo>
                    <a:pt x="374428" y="152781"/>
                    <a:pt x="369856" y="166021"/>
                    <a:pt x="360712" y="175641"/>
                  </a:cubicBezTo>
                  <a:cubicBezTo>
                    <a:pt x="347948" y="188881"/>
                    <a:pt x="332899" y="200216"/>
                    <a:pt x="315754" y="209550"/>
                  </a:cubicBezTo>
                  <a:cubicBezTo>
                    <a:pt x="298609" y="218885"/>
                    <a:pt x="280416" y="223647"/>
                    <a:pt x="261271" y="223647"/>
                  </a:cubicBezTo>
                  <a:cubicBezTo>
                    <a:pt x="237077" y="223647"/>
                    <a:pt x="218599" y="217456"/>
                    <a:pt x="206026" y="205168"/>
                  </a:cubicBezTo>
                  <a:cubicBezTo>
                    <a:pt x="193453" y="192786"/>
                    <a:pt x="187166" y="176117"/>
                    <a:pt x="187166" y="155067"/>
                  </a:cubicBezTo>
                  <a:cubicBezTo>
                    <a:pt x="187166" y="148209"/>
                    <a:pt x="187833" y="141351"/>
                    <a:pt x="189262" y="134493"/>
                  </a:cubicBezTo>
                  <a:cubicBezTo>
                    <a:pt x="190214" y="125349"/>
                    <a:pt x="190595" y="119158"/>
                    <a:pt x="190595" y="116015"/>
                  </a:cubicBezTo>
                  <a:cubicBezTo>
                    <a:pt x="190595" y="108680"/>
                    <a:pt x="188119" y="105061"/>
                    <a:pt x="183071" y="105061"/>
                  </a:cubicBezTo>
                  <a:cubicBezTo>
                    <a:pt x="176213" y="105061"/>
                    <a:pt x="167164" y="112681"/>
                    <a:pt x="156020" y="128016"/>
                  </a:cubicBezTo>
                  <a:cubicBezTo>
                    <a:pt x="144780" y="143351"/>
                    <a:pt x="133731" y="163544"/>
                    <a:pt x="122777" y="188690"/>
                  </a:cubicBezTo>
                  <a:cubicBezTo>
                    <a:pt x="111824" y="213836"/>
                    <a:pt x="102870" y="240316"/>
                    <a:pt x="96012" y="268224"/>
                  </a:cubicBezTo>
                  <a:cubicBezTo>
                    <a:pt x="90964" y="289751"/>
                    <a:pt x="85154" y="304229"/>
                    <a:pt x="78486" y="311753"/>
                  </a:cubicBezTo>
                  <a:cubicBezTo>
                    <a:pt x="71819" y="319278"/>
                    <a:pt x="61436" y="323088"/>
                    <a:pt x="47244" y="323088"/>
                  </a:cubicBezTo>
                  <a:cubicBezTo>
                    <a:pt x="29908" y="323088"/>
                    <a:pt x="17621" y="313944"/>
                    <a:pt x="10573" y="29565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113;p36">
              <a:extLst>
                <a:ext uri="{FF2B5EF4-FFF2-40B4-BE49-F238E27FC236}">
                  <a16:creationId xmlns:a16="http://schemas.microsoft.com/office/drawing/2014/main" id="{C73C0B17-C2BE-F58E-E539-845DA8D8ABDB}"/>
                </a:ext>
              </a:extLst>
            </p:cNvPr>
            <p:cNvSpPr/>
            <p:nvPr/>
          </p:nvSpPr>
          <p:spPr>
            <a:xfrm>
              <a:off x="3479369" y="2590478"/>
              <a:ext cx="335375" cy="322897"/>
            </a:xfrm>
            <a:custGeom>
              <a:avLst/>
              <a:gdLst/>
              <a:ahLst/>
              <a:cxnLst/>
              <a:rect l="l" t="t" r="r" b="b"/>
              <a:pathLst>
                <a:path w="335375" h="322897" extrusionOk="0">
                  <a:moveTo>
                    <a:pt x="330232" y="174689"/>
                  </a:moveTo>
                  <a:cubicBezTo>
                    <a:pt x="333661" y="180213"/>
                    <a:pt x="335375" y="187738"/>
                    <a:pt x="335375" y="197358"/>
                  </a:cubicBezTo>
                  <a:cubicBezTo>
                    <a:pt x="335375" y="215646"/>
                    <a:pt x="330994" y="229838"/>
                    <a:pt x="322326" y="239840"/>
                  </a:cubicBezTo>
                  <a:cubicBezTo>
                    <a:pt x="305371" y="260414"/>
                    <a:pt x="281559" y="279368"/>
                    <a:pt x="250698" y="296799"/>
                  </a:cubicBezTo>
                  <a:cubicBezTo>
                    <a:pt x="219837" y="314134"/>
                    <a:pt x="186785" y="322898"/>
                    <a:pt x="151638" y="322898"/>
                  </a:cubicBezTo>
                  <a:cubicBezTo>
                    <a:pt x="103632" y="322898"/>
                    <a:pt x="66389" y="309848"/>
                    <a:pt x="39814" y="283845"/>
                  </a:cubicBezTo>
                  <a:cubicBezTo>
                    <a:pt x="13335" y="257746"/>
                    <a:pt x="0" y="222123"/>
                    <a:pt x="0" y="176879"/>
                  </a:cubicBezTo>
                  <a:cubicBezTo>
                    <a:pt x="0" y="145351"/>
                    <a:pt x="6667" y="115919"/>
                    <a:pt x="19907" y="88773"/>
                  </a:cubicBezTo>
                  <a:cubicBezTo>
                    <a:pt x="33147" y="61627"/>
                    <a:pt x="51530" y="40005"/>
                    <a:pt x="75152" y="24003"/>
                  </a:cubicBezTo>
                  <a:cubicBezTo>
                    <a:pt x="98679" y="8001"/>
                    <a:pt x="125349" y="0"/>
                    <a:pt x="155067" y="0"/>
                  </a:cubicBezTo>
                  <a:cubicBezTo>
                    <a:pt x="181546" y="0"/>
                    <a:pt x="202882" y="7906"/>
                    <a:pt x="218884" y="23622"/>
                  </a:cubicBezTo>
                  <a:cubicBezTo>
                    <a:pt x="234886" y="39433"/>
                    <a:pt x="242888" y="60769"/>
                    <a:pt x="242888" y="87725"/>
                  </a:cubicBezTo>
                  <a:cubicBezTo>
                    <a:pt x="242888" y="119253"/>
                    <a:pt x="231553" y="146399"/>
                    <a:pt x="208979" y="168973"/>
                  </a:cubicBezTo>
                  <a:cubicBezTo>
                    <a:pt x="186404" y="191548"/>
                    <a:pt x="148018" y="209550"/>
                    <a:pt x="94107" y="222790"/>
                  </a:cubicBezTo>
                  <a:cubicBezTo>
                    <a:pt x="105537" y="243840"/>
                    <a:pt x="127254" y="254317"/>
                    <a:pt x="159258" y="254317"/>
                  </a:cubicBezTo>
                  <a:cubicBezTo>
                    <a:pt x="179832" y="254317"/>
                    <a:pt x="203263" y="247078"/>
                    <a:pt x="229552" y="232696"/>
                  </a:cubicBezTo>
                  <a:cubicBezTo>
                    <a:pt x="255842" y="218313"/>
                    <a:pt x="278606" y="199453"/>
                    <a:pt x="297752" y="176117"/>
                  </a:cubicBezTo>
                  <a:cubicBezTo>
                    <a:pt x="303276" y="169736"/>
                    <a:pt x="309372" y="166497"/>
                    <a:pt x="316230" y="166497"/>
                  </a:cubicBezTo>
                  <a:cubicBezTo>
                    <a:pt x="322136" y="166497"/>
                    <a:pt x="326898" y="169259"/>
                    <a:pt x="330327" y="174689"/>
                  </a:cubicBezTo>
                  <a:close/>
                  <a:moveTo>
                    <a:pt x="100489" y="96488"/>
                  </a:moveTo>
                  <a:cubicBezTo>
                    <a:pt x="88868" y="116110"/>
                    <a:pt x="82963" y="139922"/>
                    <a:pt x="82963" y="167830"/>
                  </a:cubicBezTo>
                  <a:lnTo>
                    <a:pt x="82963" y="169164"/>
                  </a:lnTo>
                  <a:cubicBezTo>
                    <a:pt x="109918" y="162782"/>
                    <a:pt x="131159" y="153162"/>
                    <a:pt x="146780" y="140398"/>
                  </a:cubicBezTo>
                  <a:cubicBezTo>
                    <a:pt x="162306" y="127635"/>
                    <a:pt x="170117" y="112776"/>
                    <a:pt x="170117" y="95821"/>
                  </a:cubicBezTo>
                  <a:cubicBezTo>
                    <a:pt x="170117" y="87154"/>
                    <a:pt x="167735" y="80200"/>
                    <a:pt x="162877" y="74866"/>
                  </a:cubicBezTo>
                  <a:cubicBezTo>
                    <a:pt x="158115" y="69628"/>
                    <a:pt x="151543" y="66961"/>
                    <a:pt x="143351" y="66961"/>
                  </a:cubicBezTo>
                  <a:cubicBezTo>
                    <a:pt x="126397" y="66961"/>
                    <a:pt x="112109" y="76771"/>
                    <a:pt x="100489" y="964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114;p36">
              <a:extLst>
                <a:ext uri="{FF2B5EF4-FFF2-40B4-BE49-F238E27FC236}">
                  <a16:creationId xmlns:a16="http://schemas.microsoft.com/office/drawing/2014/main" id="{DD4C15BF-B118-7EC1-D8F0-AB854233D0A9}"/>
                </a:ext>
              </a:extLst>
            </p:cNvPr>
            <p:cNvSpPr/>
            <p:nvPr/>
          </p:nvSpPr>
          <p:spPr>
            <a:xfrm>
              <a:off x="3748831" y="2590478"/>
              <a:ext cx="335375" cy="322897"/>
            </a:xfrm>
            <a:custGeom>
              <a:avLst/>
              <a:gdLst/>
              <a:ahLst/>
              <a:cxnLst/>
              <a:rect l="l" t="t" r="r" b="b"/>
              <a:pathLst>
                <a:path w="335375" h="322897" extrusionOk="0">
                  <a:moveTo>
                    <a:pt x="330232" y="174689"/>
                  </a:moveTo>
                  <a:cubicBezTo>
                    <a:pt x="333661" y="180213"/>
                    <a:pt x="335375" y="187738"/>
                    <a:pt x="335375" y="197358"/>
                  </a:cubicBezTo>
                  <a:cubicBezTo>
                    <a:pt x="335375" y="215646"/>
                    <a:pt x="330994" y="229838"/>
                    <a:pt x="322326" y="239840"/>
                  </a:cubicBezTo>
                  <a:cubicBezTo>
                    <a:pt x="305371" y="260414"/>
                    <a:pt x="281559" y="279368"/>
                    <a:pt x="250698" y="296799"/>
                  </a:cubicBezTo>
                  <a:cubicBezTo>
                    <a:pt x="219837" y="314134"/>
                    <a:pt x="186785" y="322898"/>
                    <a:pt x="151638" y="322898"/>
                  </a:cubicBezTo>
                  <a:cubicBezTo>
                    <a:pt x="103632" y="322898"/>
                    <a:pt x="66389" y="309848"/>
                    <a:pt x="39814" y="283845"/>
                  </a:cubicBezTo>
                  <a:cubicBezTo>
                    <a:pt x="13335" y="257746"/>
                    <a:pt x="0" y="222123"/>
                    <a:pt x="0" y="176879"/>
                  </a:cubicBezTo>
                  <a:cubicBezTo>
                    <a:pt x="0" y="145351"/>
                    <a:pt x="6667" y="115919"/>
                    <a:pt x="19907" y="88773"/>
                  </a:cubicBezTo>
                  <a:cubicBezTo>
                    <a:pt x="33147" y="61627"/>
                    <a:pt x="51530" y="40005"/>
                    <a:pt x="75152" y="24003"/>
                  </a:cubicBezTo>
                  <a:cubicBezTo>
                    <a:pt x="98679" y="8001"/>
                    <a:pt x="125349" y="0"/>
                    <a:pt x="155067" y="0"/>
                  </a:cubicBezTo>
                  <a:cubicBezTo>
                    <a:pt x="181546" y="0"/>
                    <a:pt x="202787" y="7906"/>
                    <a:pt x="218884" y="23622"/>
                  </a:cubicBezTo>
                  <a:cubicBezTo>
                    <a:pt x="234886" y="39433"/>
                    <a:pt x="242888" y="60769"/>
                    <a:pt x="242888" y="87725"/>
                  </a:cubicBezTo>
                  <a:cubicBezTo>
                    <a:pt x="242888" y="119253"/>
                    <a:pt x="231553" y="146399"/>
                    <a:pt x="208978" y="168973"/>
                  </a:cubicBezTo>
                  <a:cubicBezTo>
                    <a:pt x="186404" y="191548"/>
                    <a:pt x="148018" y="209550"/>
                    <a:pt x="94107" y="222790"/>
                  </a:cubicBezTo>
                  <a:cubicBezTo>
                    <a:pt x="105537" y="243840"/>
                    <a:pt x="127254" y="254317"/>
                    <a:pt x="159258" y="254317"/>
                  </a:cubicBezTo>
                  <a:cubicBezTo>
                    <a:pt x="179832" y="254317"/>
                    <a:pt x="203263" y="247078"/>
                    <a:pt x="229552" y="232696"/>
                  </a:cubicBezTo>
                  <a:cubicBezTo>
                    <a:pt x="255841" y="218313"/>
                    <a:pt x="278606" y="199453"/>
                    <a:pt x="297751" y="176117"/>
                  </a:cubicBezTo>
                  <a:cubicBezTo>
                    <a:pt x="303276" y="169736"/>
                    <a:pt x="309372" y="166497"/>
                    <a:pt x="316230" y="166497"/>
                  </a:cubicBezTo>
                  <a:cubicBezTo>
                    <a:pt x="322135" y="166497"/>
                    <a:pt x="326898" y="169259"/>
                    <a:pt x="330327" y="174689"/>
                  </a:cubicBezTo>
                  <a:close/>
                  <a:moveTo>
                    <a:pt x="100489" y="96488"/>
                  </a:moveTo>
                  <a:cubicBezTo>
                    <a:pt x="88868" y="116110"/>
                    <a:pt x="82963" y="139922"/>
                    <a:pt x="82963" y="167830"/>
                  </a:cubicBezTo>
                  <a:lnTo>
                    <a:pt x="82963" y="169164"/>
                  </a:lnTo>
                  <a:cubicBezTo>
                    <a:pt x="109918" y="162782"/>
                    <a:pt x="131159" y="153162"/>
                    <a:pt x="146780" y="140398"/>
                  </a:cubicBezTo>
                  <a:cubicBezTo>
                    <a:pt x="162306" y="127635"/>
                    <a:pt x="170116" y="112776"/>
                    <a:pt x="170116" y="95821"/>
                  </a:cubicBezTo>
                  <a:cubicBezTo>
                    <a:pt x="170116" y="87154"/>
                    <a:pt x="167735" y="80200"/>
                    <a:pt x="162877" y="74866"/>
                  </a:cubicBezTo>
                  <a:cubicBezTo>
                    <a:pt x="158115" y="69628"/>
                    <a:pt x="151543" y="66961"/>
                    <a:pt x="143351" y="66961"/>
                  </a:cubicBezTo>
                  <a:cubicBezTo>
                    <a:pt x="126397" y="66961"/>
                    <a:pt x="112109" y="76771"/>
                    <a:pt x="100489" y="964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115;p36">
              <a:extLst>
                <a:ext uri="{FF2B5EF4-FFF2-40B4-BE49-F238E27FC236}">
                  <a16:creationId xmlns:a16="http://schemas.microsoft.com/office/drawing/2014/main" id="{0E3DFE87-D7CC-4875-FA29-7B3D588B812A}"/>
                </a:ext>
              </a:extLst>
            </p:cNvPr>
            <p:cNvSpPr/>
            <p:nvPr/>
          </p:nvSpPr>
          <p:spPr>
            <a:xfrm>
              <a:off x="4033629" y="2265104"/>
              <a:ext cx="378428" cy="648176"/>
            </a:xfrm>
            <a:custGeom>
              <a:avLst/>
              <a:gdLst/>
              <a:ahLst/>
              <a:cxnLst/>
              <a:rect l="l" t="t" r="r" b="b"/>
              <a:pathLst>
                <a:path w="378428" h="648176" extrusionOk="0">
                  <a:moveTo>
                    <a:pt x="373666" y="443103"/>
                  </a:moveTo>
                  <a:cubicBezTo>
                    <a:pt x="376809" y="449009"/>
                    <a:pt x="378428" y="456629"/>
                    <a:pt x="378428" y="465773"/>
                  </a:cubicBezTo>
                  <a:cubicBezTo>
                    <a:pt x="378428" y="477203"/>
                    <a:pt x="376809" y="485965"/>
                    <a:pt x="373666" y="492157"/>
                  </a:cubicBezTo>
                  <a:cubicBezTo>
                    <a:pt x="370427" y="498348"/>
                    <a:pt x="365474" y="502539"/>
                    <a:pt x="358616" y="504825"/>
                  </a:cubicBezTo>
                  <a:cubicBezTo>
                    <a:pt x="331184" y="514445"/>
                    <a:pt x="300990" y="519875"/>
                    <a:pt x="268129" y="521303"/>
                  </a:cubicBezTo>
                  <a:cubicBezTo>
                    <a:pt x="258985" y="559213"/>
                    <a:pt x="241745" y="589883"/>
                    <a:pt x="216313" y="613220"/>
                  </a:cubicBezTo>
                  <a:cubicBezTo>
                    <a:pt x="190976" y="636556"/>
                    <a:pt x="162973" y="648176"/>
                    <a:pt x="132302" y="648176"/>
                  </a:cubicBezTo>
                  <a:cubicBezTo>
                    <a:pt x="86106" y="648176"/>
                    <a:pt x="52483" y="630555"/>
                    <a:pt x="31528" y="595408"/>
                  </a:cubicBezTo>
                  <a:cubicBezTo>
                    <a:pt x="10478" y="560165"/>
                    <a:pt x="0" y="509207"/>
                    <a:pt x="0" y="442436"/>
                  </a:cubicBezTo>
                  <a:cubicBezTo>
                    <a:pt x="0" y="383477"/>
                    <a:pt x="7334" y="319373"/>
                    <a:pt x="21907" y="250031"/>
                  </a:cubicBezTo>
                  <a:cubicBezTo>
                    <a:pt x="36576" y="180785"/>
                    <a:pt x="57912" y="121825"/>
                    <a:pt x="86011" y="73057"/>
                  </a:cubicBezTo>
                  <a:cubicBezTo>
                    <a:pt x="114109" y="24384"/>
                    <a:pt x="147638" y="0"/>
                    <a:pt x="186499" y="0"/>
                  </a:cubicBezTo>
                  <a:cubicBezTo>
                    <a:pt x="207550" y="0"/>
                    <a:pt x="224409" y="9049"/>
                    <a:pt x="237268" y="27051"/>
                  </a:cubicBezTo>
                  <a:cubicBezTo>
                    <a:pt x="250031" y="45149"/>
                    <a:pt x="256508" y="68580"/>
                    <a:pt x="256508" y="97346"/>
                  </a:cubicBezTo>
                  <a:cubicBezTo>
                    <a:pt x="256508" y="134874"/>
                    <a:pt x="249364" y="172117"/>
                    <a:pt x="235267" y="209169"/>
                  </a:cubicBezTo>
                  <a:cubicBezTo>
                    <a:pt x="221075" y="246221"/>
                    <a:pt x="197548" y="285083"/>
                    <a:pt x="164592" y="325755"/>
                  </a:cubicBezTo>
                  <a:cubicBezTo>
                    <a:pt x="195167" y="328041"/>
                    <a:pt x="220123" y="340709"/>
                    <a:pt x="239363" y="363855"/>
                  </a:cubicBezTo>
                  <a:cubicBezTo>
                    <a:pt x="258604" y="386906"/>
                    <a:pt x="269938" y="415385"/>
                    <a:pt x="273653" y="449199"/>
                  </a:cubicBezTo>
                  <a:cubicBezTo>
                    <a:pt x="295180" y="447865"/>
                    <a:pt x="320707" y="443294"/>
                    <a:pt x="350425" y="435483"/>
                  </a:cubicBezTo>
                  <a:cubicBezTo>
                    <a:pt x="353187" y="434531"/>
                    <a:pt x="356330" y="434150"/>
                    <a:pt x="360045" y="434150"/>
                  </a:cubicBezTo>
                  <a:cubicBezTo>
                    <a:pt x="365950" y="434150"/>
                    <a:pt x="370522" y="437102"/>
                    <a:pt x="373761" y="443103"/>
                  </a:cubicBezTo>
                  <a:close/>
                  <a:moveTo>
                    <a:pt x="172688" y="557689"/>
                  </a:moveTo>
                  <a:cubicBezTo>
                    <a:pt x="183642" y="545783"/>
                    <a:pt x="190976" y="528638"/>
                    <a:pt x="194596" y="506254"/>
                  </a:cubicBezTo>
                  <a:cubicBezTo>
                    <a:pt x="180404" y="496634"/>
                    <a:pt x="169545" y="484061"/>
                    <a:pt x="162020" y="468535"/>
                  </a:cubicBezTo>
                  <a:cubicBezTo>
                    <a:pt x="154496" y="453009"/>
                    <a:pt x="150686" y="436531"/>
                    <a:pt x="150686" y="419195"/>
                  </a:cubicBezTo>
                  <a:cubicBezTo>
                    <a:pt x="150686" y="412814"/>
                    <a:pt x="151638" y="404146"/>
                    <a:pt x="153448" y="393097"/>
                  </a:cubicBezTo>
                  <a:lnTo>
                    <a:pt x="151352" y="393097"/>
                  </a:lnTo>
                  <a:cubicBezTo>
                    <a:pt x="132588" y="393097"/>
                    <a:pt x="116967" y="402336"/>
                    <a:pt x="104394" y="420910"/>
                  </a:cubicBezTo>
                  <a:cubicBezTo>
                    <a:pt x="91821" y="439388"/>
                    <a:pt x="85534" y="464249"/>
                    <a:pt x="85534" y="495300"/>
                  </a:cubicBezTo>
                  <a:cubicBezTo>
                    <a:pt x="85534" y="521399"/>
                    <a:pt x="90392" y="541211"/>
                    <a:pt x="100298" y="554927"/>
                  </a:cubicBezTo>
                  <a:cubicBezTo>
                    <a:pt x="110109" y="568643"/>
                    <a:pt x="121634" y="575501"/>
                    <a:pt x="134969" y="575501"/>
                  </a:cubicBezTo>
                  <a:cubicBezTo>
                    <a:pt x="149162" y="575501"/>
                    <a:pt x="161734" y="569595"/>
                    <a:pt x="172688" y="557689"/>
                  </a:cubicBezTo>
                  <a:close/>
                  <a:moveTo>
                    <a:pt x="140779" y="108776"/>
                  </a:moveTo>
                  <a:cubicBezTo>
                    <a:pt x="130016" y="136017"/>
                    <a:pt x="120110" y="172879"/>
                    <a:pt x="110966" y="219551"/>
                  </a:cubicBezTo>
                  <a:cubicBezTo>
                    <a:pt x="101822" y="266224"/>
                    <a:pt x="94964" y="317183"/>
                    <a:pt x="90392" y="372523"/>
                  </a:cubicBezTo>
                  <a:cubicBezTo>
                    <a:pt x="120587" y="317183"/>
                    <a:pt x="144685" y="268415"/>
                    <a:pt x="162782" y="226124"/>
                  </a:cubicBezTo>
                  <a:cubicBezTo>
                    <a:pt x="180880" y="183833"/>
                    <a:pt x="189833" y="146209"/>
                    <a:pt x="189833" y="113348"/>
                  </a:cubicBezTo>
                  <a:cubicBezTo>
                    <a:pt x="189833" y="98679"/>
                    <a:pt x="188119" y="87535"/>
                    <a:pt x="184690" y="79724"/>
                  </a:cubicBezTo>
                  <a:cubicBezTo>
                    <a:pt x="181261" y="71914"/>
                    <a:pt x="176593" y="68104"/>
                    <a:pt x="170593" y="68104"/>
                  </a:cubicBezTo>
                  <a:cubicBezTo>
                    <a:pt x="161449" y="68104"/>
                    <a:pt x="151543" y="81725"/>
                    <a:pt x="140779" y="10887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116;p36">
              <a:extLst>
                <a:ext uri="{FF2B5EF4-FFF2-40B4-BE49-F238E27FC236}">
                  <a16:creationId xmlns:a16="http://schemas.microsoft.com/office/drawing/2014/main" id="{D00B114E-6283-67EF-9AE2-794E15BEC3E5}"/>
                </a:ext>
              </a:extLst>
            </p:cNvPr>
            <p:cNvSpPr/>
            <p:nvPr/>
          </p:nvSpPr>
          <p:spPr>
            <a:xfrm>
              <a:off x="4352431" y="2438078"/>
              <a:ext cx="224885" cy="475106"/>
            </a:xfrm>
            <a:custGeom>
              <a:avLst/>
              <a:gdLst/>
              <a:ahLst/>
              <a:cxnLst/>
              <a:rect l="l" t="t" r="r" b="b"/>
              <a:pathLst>
                <a:path w="224885" h="475106" extrusionOk="0">
                  <a:moveTo>
                    <a:pt x="20193" y="443675"/>
                  </a:moveTo>
                  <a:cubicBezTo>
                    <a:pt x="6667" y="422624"/>
                    <a:pt x="0" y="394716"/>
                    <a:pt x="0" y="360045"/>
                  </a:cubicBezTo>
                  <a:cubicBezTo>
                    <a:pt x="0" y="339471"/>
                    <a:pt x="2667" y="313087"/>
                    <a:pt x="7906" y="280797"/>
                  </a:cubicBezTo>
                  <a:cubicBezTo>
                    <a:pt x="13145" y="248603"/>
                    <a:pt x="19907" y="218504"/>
                    <a:pt x="28099" y="190595"/>
                  </a:cubicBezTo>
                  <a:cubicBezTo>
                    <a:pt x="32195" y="175927"/>
                    <a:pt x="37719" y="165926"/>
                    <a:pt x="44577" y="160401"/>
                  </a:cubicBezTo>
                  <a:cubicBezTo>
                    <a:pt x="51435" y="154877"/>
                    <a:pt x="62389" y="152210"/>
                    <a:pt x="77533" y="152210"/>
                  </a:cubicBezTo>
                  <a:cubicBezTo>
                    <a:pt x="100870" y="152210"/>
                    <a:pt x="112490" y="160020"/>
                    <a:pt x="112490" y="175546"/>
                  </a:cubicBezTo>
                  <a:cubicBezTo>
                    <a:pt x="112490" y="186976"/>
                    <a:pt x="108109" y="213455"/>
                    <a:pt x="99441" y="255080"/>
                  </a:cubicBezTo>
                  <a:cubicBezTo>
                    <a:pt x="88487" y="305372"/>
                    <a:pt x="82963" y="339471"/>
                    <a:pt x="82963" y="357283"/>
                  </a:cubicBezTo>
                  <a:cubicBezTo>
                    <a:pt x="82963" y="370999"/>
                    <a:pt x="84772" y="381476"/>
                    <a:pt x="88487" y="388811"/>
                  </a:cubicBezTo>
                  <a:cubicBezTo>
                    <a:pt x="92107" y="396145"/>
                    <a:pt x="98298" y="399764"/>
                    <a:pt x="106966" y="399764"/>
                  </a:cubicBezTo>
                  <a:cubicBezTo>
                    <a:pt x="115157" y="399764"/>
                    <a:pt x="125444" y="394049"/>
                    <a:pt x="137827" y="382619"/>
                  </a:cubicBezTo>
                  <a:cubicBezTo>
                    <a:pt x="150209" y="371189"/>
                    <a:pt x="166592" y="353092"/>
                    <a:pt x="187166" y="328422"/>
                  </a:cubicBezTo>
                  <a:cubicBezTo>
                    <a:pt x="192691" y="322040"/>
                    <a:pt x="198787" y="318802"/>
                    <a:pt x="205645" y="318802"/>
                  </a:cubicBezTo>
                  <a:cubicBezTo>
                    <a:pt x="211550" y="318802"/>
                    <a:pt x="216313" y="321564"/>
                    <a:pt x="219742" y="326993"/>
                  </a:cubicBezTo>
                  <a:cubicBezTo>
                    <a:pt x="223171" y="332518"/>
                    <a:pt x="224885" y="340043"/>
                    <a:pt x="224885" y="349663"/>
                  </a:cubicBezTo>
                  <a:cubicBezTo>
                    <a:pt x="224885" y="367951"/>
                    <a:pt x="220504" y="382143"/>
                    <a:pt x="211836" y="392144"/>
                  </a:cubicBezTo>
                  <a:cubicBezTo>
                    <a:pt x="166592" y="447484"/>
                    <a:pt x="124301" y="475107"/>
                    <a:pt x="84963" y="475107"/>
                  </a:cubicBezTo>
                  <a:cubicBezTo>
                    <a:pt x="55245" y="475107"/>
                    <a:pt x="33623" y="464630"/>
                    <a:pt x="20193" y="443579"/>
                  </a:cubicBezTo>
                  <a:close/>
                  <a:moveTo>
                    <a:pt x="47244" y="93536"/>
                  </a:moveTo>
                  <a:cubicBezTo>
                    <a:pt x="37624" y="84582"/>
                    <a:pt x="32861" y="72200"/>
                    <a:pt x="32861" y="56197"/>
                  </a:cubicBezTo>
                  <a:cubicBezTo>
                    <a:pt x="32861" y="40196"/>
                    <a:pt x="39148" y="26860"/>
                    <a:pt x="51721" y="16097"/>
                  </a:cubicBezTo>
                  <a:cubicBezTo>
                    <a:pt x="64294" y="5334"/>
                    <a:pt x="79915" y="0"/>
                    <a:pt x="98679" y="0"/>
                  </a:cubicBezTo>
                  <a:cubicBezTo>
                    <a:pt x="115633" y="0"/>
                    <a:pt x="129254" y="4096"/>
                    <a:pt x="139827" y="12383"/>
                  </a:cubicBezTo>
                  <a:cubicBezTo>
                    <a:pt x="150304" y="20574"/>
                    <a:pt x="155638" y="32290"/>
                    <a:pt x="155638" y="47339"/>
                  </a:cubicBezTo>
                  <a:cubicBezTo>
                    <a:pt x="155638" y="65627"/>
                    <a:pt x="149733" y="80105"/>
                    <a:pt x="137827" y="90869"/>
                  </a:cubicBezTo>
                  <a:cubicBezTo>
                    <a:pt x="125921" y="101632"/>
                    <a:pt x="110204" y="106966"/>
                    <a:pt x="90488" y="106966"/>
                  </a:cubicBezTo>
                  <a:cubicBezTo>
                    <a:pt x="70771" y="106966"/>
                    <a:pt x="56864" y="102489"/>
                    <a:pt x="47244" y="936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117;p36">
              <a:extLst>
                <a:ext uri="{FF2B5EF4-FFF2-40B4-BE49-F238E27FC236}">
                  <a16:creationId xmlns:a16="http://schemas.microsoft.com/office/drawing/2014/main" id="{FEF4DE88-CA99-CF64-1CA1-A1920A3FA4AE}"/>
                </a:ext>
              </a:extLst>
            </p:cNvPr>
            <p:cNvSpPr/>
            <p:nvPr/>
          </p:nvSpPr>
          <p:spPr>
            <a:xfrm>
              <a:off x="4511498" y="2590478"/>
              <a:ext cx="335375" cy="322897"/>
            </a:xfrm>
            <a:custGeom>
              <a:avLst/>
              <a:gdLst/>
              <a:ahLst/>
              <a:cxnLst/>
              <a:rect l="l" t="t" r="r" b="b"/>
              <a:pathLst>
                <a:path w="335375" h="322897" extrusionOk="0">
                  <a:moveTo>
                    <a:pt x="330232" y="174689"/>
                  </a:moveTo>
                  <a:cubicBezTo>
                    <a:pt x="333661" y="180213"/>
                    <a:pt x="335375" y="187738"/>
                    <a:pt x="335375" y="197358"/>
                  </a:cubicBezTo>
                  <a:cubicBezTo>
                    <a:pt x="335375" y="215646"/>
                    <a:pt x="330994" y="229838"/>
                    <a:pt x="322326" y="239840"/>
                  </a:cubicBezTo>
                  <a:cubicBezTo>
                    <a:pt x="305371" y="260414"/>
                    <a:pt x="281559" y="279368"/>
                    <a:pt x="250698" y="296799"/>
                  </a:cubicBezTo>
                  <a:cubicBezTo>
                    <a:pt x="219837" y="314134"/>
                    <a:pt x="186785" y="322898"/>
                    <a:pt x="151638" y="322898"/>
                  </a:cubicBezTo>
                  <a:cubicBezTo>
                    <a:pt x="103632" y="322898"/>
                    <a:pt x="66389" y="309848"/>
                    <a:pt x="39815" y="283845"/>
                  </a:cubicBezTo>
                  <a:cubicBezTo>
                    <a:pt x="13335" y="257746"/>
                    <a:pt x="0" y="222123"/>
                    <a:pt x="0" y="176879"/>
                  </a:cubicBezTo>
                  <a:cubicBezTo>
                    <a:pt x="0" y="145351"/>
                    <a:pt x="6668" y="115919"/>
                    <a:pt x="19907" y="88773"/>
                  </a:cubicBezTo>
                  <a:cubicBezTo>
                    <a:pt x="33147" y="61627"/>
                    <a:pt x="51530" y="40005"/>
                    <a:pt x="75152" y="24003"/>
                  </a:cubicBezTo>
                  <a:cubicBezTo>
                    <a:pt x="98679" y="8001"/>
                    <a:pt x="125349" y="0"/>
                    <a:pt x="155067" y="0"/>
                  </a:cubicBezTo>
                  <a:cubicBezTo>
                    <a:pt x="181546" y="0"/>
                    <a:pt x="202883" y="7906"/>
                    <a:pt x="218885" y="23622"/>
                  </a:cubicBezTo>
                  <a:cubicBezTo>
                    <a:pt x="234887" y="39433"/>
                    <a:pt x="242888" y="60769"/>
                    <a:pt x="242888" y="87725"/>
                  </a:cubicBezTo>
                  <a:cubicBezTo>
                    <a:pt x="242888" y="119253"/>
                    <a:pt x="231553" y="146399"/>
                    <a:pt x="208979" y="168973"/>
                  </a:cubicBezTo>
                  <a:cubicBezTo>
                    <a:pt x="186404" y="191548"/>
                    <a:pt x="148019" y="209550"/>
                    <a:pt x="94107" y="222790"/>
                  </a:cubicBezTo>
                  <a:cubicBezTo>
                    <a:pt x="105537" y="243840"/>
                    <a:pt x="127254" y="254317"/>
                    <a:pt x="159258" y="254317"/>
                  </a:cubicBezTo>
                  <a:cubicBezTo>
                    <a:pt x="179832" y="254317"/>
                    <a:pt x="203263" y="247078"/>
                    <a:pt x="229553" y="232696"/>
                  </a:cubicBezTo>
                  <a:cubicBezTo>
                    <a:pt x="255842" y="218313"/>
                    <a:pt x="278606" y="199453"/>
                    <a:pt x="297752" y="176117"/>
                  </a:cubicBezTo>
                  <a:cubicBezTo>
                    <a:pt x="303276" y="169736"/>
                    <a:pt x="309372" y="166497"/>
                    <a:pt x="316230" y="166497"/>
                  </a:cubicBezTo>
                  <a:cubicBezTo>
                    <a:pt x="322136" y="166497"/>
                    <a:pt x="326898" y="169259"/>
                    <a:pt x="330327" y="174689"/>
                  </a:cubicBezTo>
                  <a:close/>
                  <a:moveTo>
                    <a:pt x="100489" y="96488"/>
                  </a:moveTo>
                  <a:cubicBezTo>
                    <a:pt x="88868" y="116110"/>
                    <a:pt x="82963" y="139922"/>
                    <a:pt x="82963" y="167830"/>
                  </a:cubicBezTo>
                  <a:lnTo>
                    <a:pt x="82963" y="169164"/>
                  </a:lnTo>
                  <a:cubicBezTo>
                    <a:pt x="109919" y="162782"/>
                    <a:pt x="131159" y="153162"/>
                    <a:pt x="146780" y="140398"/>
                  </a:cubicBezTo>
                  <a:cubicBezTo>
                    <a:pt x="162306" y="127635"/>
                    <a:pt x="170117" y="112776"/>
                    <a:pt x="170117" y="95821"/>
                  </a:cubicBezTo>
                  <a:cubicBezTo>
                    <a:pt x="170117" y="87154"/>
                    <a:pt x="167735" y="80200"/>
                    <a:pt x="162878" y="74866"/>
                  </a:cubicBezTo>
                  <a:cubicBezTo>
                    <a:pt x="158115" y="69628"/>
                    <a:pt x="151543" y="66961"/>
                    <a:pt x="143351" y="66961"/>
                  </a:cubicBezTo>
                  <a:cubicBezTo>
                    <a:pt x="126397" y="66961"/>
                    <a:pt x="112109" y="76771"/>
                    <a:pt x="100489" y="964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118;p36">
              <a:extLst>
                <a:ext uri="{FF2B5EF4-FFF2-40B4-BE49-F238E27FC236}">
                  <a16:creationId xmlns:a16="http://schemas.microsoft.com/office/drawing/2014/main" id="{6592A69B-834E-FF70-9D6D-584BF8CD5638}"/>
                </a:ext>
              </a:extLst>
            </p:cNvPr>
            <p:cNvSpPr/>
            <p:nvPr/>
          </p:nvSpPr>
          <p:spPr>
            <a:xfrm>
              <a:off x="4750766" y="2582858"/>
              <a:ext cx="273748" cy="345662"/>
            </a:xfrm>
            <a:custGeom>
              <a:avLst/>
              <a:gdLst/>
              <a:ahLst/>
              <a:cxnLst/>
              <a:rect l="l" t="t" r="r" b="b"/>
              <a:pathLst>
                <a:path w="273748" h="345662" extrusionOk="0">
                  <a:moveTo>
                    <a:pt x="113538" y="329089"/>
                  </a:moveTo>
                  <a:cubicBezTo>
                    <a:pt x="100965" y="318135"/>
                    <a:pt x="94679" y="305753"/>
                    <a:pt x="94679" y="292037"/>
                  </a:cubicBezTo>
                  <a:cubicBezTo>
                    <a:pt x="94679" y="280130"/>
                    <a:pt x="99060" y="269843"/>
                    <a:pt x="107728" y="261176"/>
                  </a:cubicBezTo>
                  <a:cubicBezTo>
                    <a:pt x="116396" y="252508"/>
                    <a:pt x="129159" y="248126"/>
                    <a:pt x="146114" y="248126"/>
                  </a:cubicBezTo>
                  <a:cubicBezTo>
                    <a:pt x="152019" y="248126"/>
                    <a:pt x="159068" y="248698"/>
                    <a:pt x="167069" y="249841"/>
                  </a:cubicBezTo>
                  <a:cubicBezTo>
                    <a:pt x="175070" y="250984"/>
                    <a:pt x="181166" y="251841"/>
                    <a:pt x="185261" y="252222"/>
                  </a:cubicBezTo>
                  <a:cubicBezTo>
                    <a:pt x="184785" y="240316"/>
                    <a:pt x="182213" y="229172"/>
                    <a:pt x="177356" y="218599"/>
                  </a:cubicBezTo>
                  <a:cubicBezTo>
                    <a:pt x="172593" y="208121"/>
                    <a:pt x="166497" y="197930"/>
                    <a:pt x="159163" y="188119"/>
                  </a:cubicBezTo>
                  <a:cubicBezTo>
                    <a:pt x="151829" y="178308"/>
                    <a:pt x="144971" y="169736"/>
                    <a:pt x="138589" y="162401"/>
                  </a:cubicBezTo>
                  <a:cubicBezTo>
                    <a:pt x="124397" y="189357"/>
                    <a:pt x="110395" y="211741"/>
                    <a:pt x="96393" y="229648"/>
                  </a:cubicBezTo>
                  <a:cubicBezTo>
                    <a:pt x="82487" y="247460"/>
                    <a:pt x="67247" y="264414"/>
                    <a:pt x="50768" y="280416"/>
                  </a:cubicBezTo>
                  <a:cubicBezTo>
                    <a:pt x="42577" y="288608"/>
                    <a:pt x="33814" y="292798"/>
                    <a:pt x="24670" y="292798"/>
                  </a:cubicBezTo>
                  <a:cubicBezTo>
                    <a:pt x="17336" y="292798"/>
                    <a:pt x="11430" y="290132"/>
                    <a:pt x="6858" y="284893"/>
                  </a:cubicBezTo>
                  <a:cubicBezTo>
                    <a:pt x="2286" y="279654"/>
                    <a:pt x="0" y="273177"/>
                    <a:pt x="0" y="265367"/>
                  </a:cubicBezTo>
                  <a:cubicBezTo>
                    <a:pt x="0" y="256223"/>
                    <a:pt x="3239" y="247745"/>
                    <a:pt x="9620" y="240030"/>
                  </a:cubicBezTo>
                  <a:lnTo>
                    <a:pt x="18574" y="229076"/>
                  </a:lnTo>
                  <a:cubicBezTo>
                    <a:pt x="43720" y="198025"/>
                    <a:pt x="62675" y="172403"/>
                    <a:pt x="75533" y="152305"/>
                  </a:cubicBezTo>
                  <a:cubicBezTo>
                    <a:pt x="83725" y="139065"/>
                    <a:pt x="92107" y="123254"/>
                    <a:pt x="100584" y="104966"/>
                  </a:cubicBezTo>
                  <a:cubicBezTo>
                    <a:pt x="109061" y="86678"/>
                    <a:pt x="120110" y="61722"/>
                    <a:pt x="133826" y="30194"/>
                  </a:cubicBezTo>
                  <a:cubicBezTo>
                    <a:pt x="142494" y="10097"/>
                    <a:pt x="160592" y="0"/>
                    <a:pt x="188024" y="0"/>
                  </a:cubicBezTo>
                  <a:cubicBezTo>
                    <a:pt x="200787" y="0"/>
                    <a:pt x="209741" y="1143"/>
                    <a:pt x="214789" y="3429"/>
                  </a:cubicBezTo>
                  <a:cubicBezTo>
                    <a:pt x="219837" y="5715"/>
                    <a:pt x="222314" y="9335"/>
                    <a:pt x="222314" y="14383"/>
                  </a:cubicBezTo>
                  <a:cubicBezTo>
                    <a:pt x="222314" y="17145"/>
                    <a:pt x="221361" y="21431"/>
                    <a:pt x="219551" y="27432"/>
                  </a:cubicBezTo>
                  <a:cubicBezTo>
                    <a:pt x="217742" y="33338"/>
                    <a:pt x="215170" y="39338"/>
                    <a:pt x="212027" y="45244"/>
                  </a:cubicBezTo>
                  <a:cubicBezTo>
                    <a:pt x="203835" y="61722"/>
                    <a:pt x="199644" y="75629"/>
                    <a:pt x="199644" y="87059"/>
                  </a:cubicBezTo>
                  <a:cubicBezTo>
                    <a:pt x="199644" y="93917"/>
                    <a:pt x="202025" y="101441"/>
                    <a:pt x="206883" y="109728"/>
                  </a:cubicBezTo>
                  <a:cubicBezTo>
                    <a:pt x="211646" y="117920"/>
                    <a:pt x="219075" y="128207"/>
                    <a:pt x="229172" y="140589"/>
                  </a:cubicBezTo>
                  <a:cubicBezTo>
                    <a:pt x="243840" y="159830"/>
                    <a:pt x="254889" y="176117"/>
                    <a:pt x="262414" y="189643"/>
                  </a:cubicBezTo>
                  <a:cubicBezTo>
                    <a:pt x="269939" y="203168"/>
                    <a:pt x="273749" y="217837"/>
                    <a:pt x="273749" y="233839"/>
                  </a:cubicBezTo>
                  <a:cubicBezTo>
                    <a:pt x="273749" y="253079"/>
                    <a:pt x="269272" y="271177"/>
                    <a:pt x="260414" y="288322"/>
                  </a:cubicBezTo>
                  <a:cubicBezTo>
                    <a:pt x="251460" y="305467"/>
                    <a:pt x="239078" y="319278"/>
                    <a:pt x="223076" y="329851"/>
                  </a:cubicBezTo>
                  <a:cubicBezTo>
                    <a:pt x="207074" y="340328"/>
                    <a:pt x="188786" y="345662"/>
                    <a:pt x="168212" y="345662"/>
                  </a:cubicBezTo>
                  <a:cubicBezTo>
                    <a:pt x="144399" y="345662"/>
                    <a:pt x="126302" y="340138"/>
                    <a:pt x="113729" y="32918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119;p36">
            <a:hlinkClick r:id="rId2"/>
            <a:extLst>
              <a:ext uri="{FF2B5EF4-FFF2-40B4-BE49-F238E27FC236}">
                <a16:creationId xmlns:a16="http://schemas.microsoft.com/office/drawing/2014/main" id="{5BCA6AF3-D08D-0FFE-AE46-5F2870082FCB}"/>
              </a:ext>
            </a:extLst>
          </p:cNvPr>
          <p:cNvSpPr/>
          <p:nvPr userDrawn="1"/>
        </p:nvSpPr>
        <p:spPr>
          <a:xfrm>
            <a:off x="3720200" y="523200"/>
            <a:ext cx="5033600" cy="11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2489"/>
              <a:buFont typeface="Open Sans"/>
              <a:buNone/>
            </a:pPr>
            <a:endParaRPr sz="2489">
              <a:solidFill>
                <a:srgbClr val="0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98" name="Google Shape;120;p36">
            <a:extLst>
              <a:ext uri="{FF2B5EF4-FFF2-40B4-BE49-F238E27FC236}">
                <a16:creationId xmlns:a16="http://schemas.microsoft.com/office/drawing/2014/main" id="{C000CF9F-8608-28CA-12C1-B665A75DF7AE}"/>
              </a:ext>
            </a:extLst>
          </p:cNvPr>
          <p:cNvSpPr/>
          <p:nvPr userDrawn="1"/>
        </p:nvSpPr>
        <p:spPr>
          <a:xfrm flipH="1">
            <a:off x="597800" y="5213400"/>
            <a:ext cx="10996400" cy="11408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2489"/>
              <a:buFont typeface="Open Sans"/>
              <a:buNone/>
            </a:pPr>
            <a:endParaRPr sz="2489">
              <a:solidFill>
                <a:srgbClr val="0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99" name="Google Shape;121;p36">
            <a:extLst>
              <a:ext uri="{FF2B5EF4-FFF2-40B4-BE49-F238E27FC236}">
                <a16:creationId xmlns:a16="http://schemas.microsoft.com/office/drawing/2014/main" id="{862EBFED-887B-EEB4-6A9B-D5DF33F8F491}"/>
              </a:ext>
            </a:extLst>
          </p:cNvPr>
          <p:cNvSpPr txBox="1"/>
          <p:nvPr userDrawn="1"/>
        </p:nvSpPr>
        <p:spPr>
          <a:xfrm>
            <a:off x="2425600" y="2049751"/>
            <a:ext cx="7340800" cy="10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ID" sz="2400" b="1">
                <a:solidFill>
                  <a:srgbClr val="000000"/>
                </a:solidFill>
                <a:latin typeface="Chivo"/>
                <a:ea typeface="Chivo"/>
                <a:cs typeface="Chivo"/>
                <a:sym typeface="Chivo"/>
              </a:rPr>
              <a:t>Free</a:t>
            </a:r>
            <a:r>
              <a:rPr lang="en-ID" sz="2400">
                <a:solidFill>
                  <a:srgbClr val="000000"/>
                </a:solidFill>
                <a:latin typeface="Chivo"/>
                <a:ea typeface="Chivo"/>
                <a:cs typeface="Chivo"/>
                <a:sym typeface="Chivo"/>
              </a:rPr>
              <a:t> </a:t>
            </a:r>
            <a:r>
              <a:rPr lang="en-ID" sz="2400" b="1">
                <a:solidFill>
                  <a:srgbClr val="000000"/>
                </a:solidFill>
                <a:latin typeface="Chivo"/>
                <a:ea typeface="Chivo"/>
                <a:cs typeface="Chivo"/>
                <a:sym typeface="Chivo"/>
              </a:rPr>
              <a:t>Google Slides, PowerPoint</a:t>
            </a:r>
            <a:r>
              <a:rPr lang="en-ID" sz="2400">
                <a:solidFill>
                  <a:srgbClr val="000000"/>
                </a:solidFill>
                <a:latin typeface="Chivo"/>
                <a:ea typeface="Chivo"/>
                <a:cs typeface="Chivo"/>
                <a:sym typeface="Chivo"/>
              </a:rPr>
              <a:t> </a:t>
            </a:r>
            <a:r>
              <a:rPr lang="en-ID" sz="2400">
                <a:solidFill>
                  <a:srgbClr val="595959"/>
                </a:solidFill>
                <a:latin typeface="Chivo Light"/>
                <a:ea typeface="Chivo Light"/>
                <a:cs typeface="Chivo Light"/>
                <a:sym typeface="Chivo Light"/>
              </a:rPr>
              <a:t>and</a:t>
            </a:r>
            <a:r>
              <a:rPr lang="en-ID" sz="2400">
                <a:solidFill>
                  <a:srgbClr val="000000"/>
                </a:solidFill>
                <a:latin typeface="Chivo"/>
                <a:ea typeface="Chivo"/>
                <a:cs typeface="Chivo"/>
                <a:sym typeface="Chivo"/>
              </a:rPr>
              <a:t> </a:t>
            </a:r>
            <a:r>
              <a:rPr lang="en-ID" sz="2400" b="1">
                <a:solidFill>
                  <a:srgbClr val="000000"/>
                </a:solidFill>
                <a:latin typeface="Chivo"/>
                <a:ea typeface="Chivo"/>
                <a:cs typeface="Chivo"/>
                <a:sym typeface="Chivo"/>
              </a:rPr>
              <a:t>Canva</a:t>
            </a:r>
            <a:r>
              <a:rPr lang="en-ID" sz="2400">
                <a:solidFill>
                  <a:srgbClr val="000000"/>
                </a:solidFill>
                <a:latin typeface="Chivo"/>
                <a:ea typeface="Chivo"/>
                <a:cs typeface="Chivo"/>
                <a:sym typeface="Chivo"/>
              </a:rPr>
              <a:t> </a:t>
            </a:r>
            <a:r>
              <a:rPr lang="en-ID" sz="2400">
                <a:solidFill>
                  <a:srgbClr val="595959"/>
                </a:solidFill>
                <a:latin typeface="Chivo Light"/>
                <a:ea typeface="Chivo Light"/>
                <a:cs typeface="Chivo Light"/>
                <a:sym typeface="Chivo Light"/>
              </a:rPr>
              <a:t>Templates For Your Presentation</a:t>
            </a:r>
            <a:endParaRPr sz="2400">
              <a:solidFill>
                <a:srgbClr val="595959"/>
              </a:solidFill>
              <a:latin typeface="Chivo Light"/>
              <a:ea typeface="Chivo Light"/>
              <a:cs typeface="Chivo Light"/>
              <a:sym typeface="Chivo Light"/>
            </a:endParaRPr>
          </a:p>
        </p:txBody>
      </p:sp>
      <p:cxnSp>
        <p:nvCxnSpPr>
          <p:cNvPr id="100" name="Google Shape;122;p36">
            <a:extLst>
              <a:ext uri="{FF2B5EF4-FFF2-40B4-BE49-F238E27FC236}">
                <a16:creationId xmlns:a16="http://schemas.microsoft.com/office/drawing/2014/main" id="{C979DB9B-A560-821E-BC31-D06646043C40}"/>
              </a:ext>
            </a:extLst>
          </p:cNvPr>
          <p:cNvCxnSpPr/>
          <p:nvPr userDrawn="1"/>
        </p:nvCxnSpPr>
        <p:spPr>
          <a:xfrm>
            <a:off x="4728600" y="3385784"/>
            <a:ext cx="2734800" cy="0"/>
          </a:xfrm>
          <a:prstGeom prst="straightConnector1">
            <a:avLst/>
          </a:prstGeom>
          <a:noFill/>
          <a:ln w="285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23;p36">
            <a:extLst>
              <a:ext uri="{FF2B5EF4-FFF2-40B4-BE49-F238E27FC236}">
                <a16:creationId xmlns:a16="http://schemas.microsoft.com/office/drawing/2014/main" id="{CAF79A7A-6179-78B8-D9D4-DDEC8036F557}"/>
              </a:ext>
            </a:extLst>
          </p:cNvPr>
          <p:cNvSpPr txBox="1"/>
          <p:nvPr userDrawn="1"/>
        </p:nvSpPr>
        <p:spPr>
          <a:xfrm>
            <a:off x="2346664" y="3686767"/>
            <a:ext cx="7498672" cy="11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783EF3"/>
              </a:buClr>
              <a:buSzPts val="2489"/>
              <a:buFont typeface="Chivo"/>
              <a:buNone/>
            </a:pPr>
            <a:r>
              <a:rPr lang="en-ID" sz="2489" b="1">
                <a:solidFill>
                  <a:srgbClr val="783EF3"/>
                </a:solidFill>
                <a:latin typeface="Chivo"/>
                <a:ea typeface="Chivo"/>
                <a:cs typeface="Chivo"/>
                <a:sym typeface="Chivo"/>
              </a:rPr>
              <a:t>WARNING: </a:t>
            </a:r>
            <a:endParaRPr sz="2489" b="1">
              <a:solidFill>
                <a:srgbClr val="783EF3"/>
              </a:solidFill>
              <a:latin typeface="Chivo"/>
              <a:ea typeface="Chivo"/>
              <a:cs typeface="Chivo"/>
              <a:sym typeface="Chivo"/>
            </a:endParaRPr>
          </a:p>
          <a:p>
            <a:pPr algn="ctr">
              <a:lnSpc>
                <a:spcPct val="115000"/>
              </a:lnSpc>
              <a:buClr>
                <a:srgbClr val="000000"/>
              </a:buClr>
              <a:buSzPts val="2489"/>
              <a:buFont typeface="Chivo"/>
              <a:buNone/>
            </a:pPr>
            <a:r>
              <a:rPr lang="en-US" sz="2489" b="1">
                <a:solidFill>
                  <a:srgbClr val="000000"/>
                </a:solidFill>
                <a:latin typeface="Chivo"/>
                <a:ea typeface="Chivo"/>
                <a:cs typeface="Chivo"/>
                <a:sym typeface="Chivo"/>
              </a:rPr>
              <a:t>You may not resell this product, original or modified, without prior written permission.</a:t>
            </a:r>
            <a:endParaRPr sz="2489" b="1">
              <a:solidFill>
                <a:srgbClr val="0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102" name="Google Shape;124;p36">
            <a:extLst>
              <a:ext uri="{FF2B5EF4-FFF2-40B4-BE49-F238E27FC236}">
                <a16:creationId xmlns:a16="http://schemas.microsoft.com/office/drawing/2014/main" id="{33E11871-B7CC-209D-BA8E-2B42122448B1}"/>
              </a:ext>
            </a:extLst>
          </p:cNvPr>
          <p:cNvSpPr txBox="1"/>
          <p:nvPr userDrawn="1"/>
        </p:nvSpPr>
        <p:spPr>
          <a:xfrm>
            <a:off x="321133" y="5412400"/>
            <a:ext cx="55468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>
              <a:lnSpc>
                <a:spcPct val="115000"/>
              </a:lnSpc>
              <a:buClr>
                <a:srgbClr val="000000"/>
              </a:buClr>
              <a:buSzPts val="1467"/>
              <a:buFont typeface="Chivo Light"/>
              <a:buNone/>
            </a:pPr>
            <a:r>
              <a:rPr lang="en-ID" sz="1467">
                <a:solidFill>
                  <a:srgbClr val="000000"/>
                </a:solidFill>
                <a:latin typeface="Chivo Light"/>
                <a:ea typeface="Chivo Light"/>
                <a:cs typeface="Chivo Light"/>
                <a:sym typeface="Chivo Light"/>
              </a:rPr>
              <a:t>Read our Terms &amp; Condition on </a:t>
            </a:r>
            <a:r>
              <a:rPr lang="en-ID" sz="1467">
                <a:solidFill>
                  <a:srgbClr val="000000"/>
                </a:solidFill>
                <a:uFill>
                  <a:noFill/>
                </a:uFill>
                <a:latin typeface="Chivo Light"/>
                <a:ea typeface="Chivo Light"/>
                <a:cs typeface="Chivo Light"/>
                <a:sym typeface="Chivo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PPTfreebies.com</a:t>
            </a:r>
            <a:endParaRPr sz="1467">
              <a:solidFill>
                <a:srgbClr val="000000"/>
              </a:solidFill>
              <a:latin typeface="Chivo Light"/>
              <a:ea typeface="Chivo Light"/>
              <a:cs typeface="Chivo Light"/>
              <a:sym typeface="Chivo Light"/>
            </a:endParaRPr>
          </a:p>
          <a:p>
            <a:pPr algn="r">
              <a:lnSpc>
                <a:spcPct val="115000"/>
              </a:lnSpc>
              <a:buClr>
                <a:srgbClr val="000000"/>
              </a:buClr>
              <a:buSzPts val="1467"/>
              <a:buFont typeface="Chivo"/>
              <a:buNone/>
            </a:pPr>
            <a:r>
              <a:rPr lang="en-ID" sz="1467" b="1">
                <a:solidFill>
                  <a:srgbClr val="000000"/>
                </a:solidFill>
                <a:latin typeface="Chivo"/>
                <a:ea typeface="Chivo"/>
                <a:cs typeface="Chivo"/>
                <a:sym typeface="Chivo"/>
              </a:rPr>
              <a:t>Do not remove the </a:t>
            </a:r>
            <a:r>
              <a:rPr lang="en-ID" sz="1467" b="1">
                <a:solidFill>
                  <a:srgbClr val="000000"/>
                </a:solidFill>
                <a:uFill>
                  <a:noFill/>
                </a:uFill>
                <a:latin typeface="Chivo"/>
                <a:ea typeface="Chivo"/>
                <a:cs typeface="Chivo"/>
                <a:sym typeface="Chi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PPTfreebies.com</a:t>
            </a:r>
            <a:r>
              <a:rPr lang="en-ID" sz="1467" b="1">
                <a:solidFill>
                  <a:srgbClr val="000000"/>
                </a:solidFill>
                <a:latin typeface="Chivo"/>
                <a:ea typeface="Chivo"/>
                <a:cs typeface="Chivo"/>
                <a:sym typeface="Chivo"/>
              </a:rPr>
              <a:t> text on the sides.</a:t>
            </a:r>
            <a:endParaRPr sz="1467" b="1">
              <a:solidFill>
                <a:srgbClr val="0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103" name="Google Shape;125;p36">
            <a:extLst>
              <a:ext uri="{FF2B5EF4-FFF2-40B4-BE49-F238E27FC236}">
                <a16:creationId xmlns:a16="http://schemas.microsoft.com/office/drawing/2014/main" id="{0C74A6CA-3946-96E5-00ED-EAC266604CD6}"/>
              </a:ext>
            </a:extLst>
          </p:cNvPr>
          <p:cNvSpPr txBox="1"/>
          <p:nvPr userDrawn="1"/>
        </p:nvSpPr>
        <p:spPr>
          <a:xfrm>
            <a:off x="6700733" y="5380223"/>
            <a:ext cx="1650000" cy="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1333"/>
              <a:buFont typeface="Chivo Light"/>
              <a:buNone/>
            </a:pPr>
            <a:r>
              <a:rPr lang="en-ID" sz="1333">
                <a:solidFill>
                  <a:srgbClr val="000000"/>
                </a:solidFill>
                <a:latin typeface="Chivo Light"/>
                <a:ea typeface="Chivo Light"/>
                <a:cs typeface="Chivo Light"/>
                <a:sym typeface="Chivo Light"/>
              </a:rPr>
              <a:t>pptfreebies</a:t>
            </a:r>
            <a:endParaRPr sz="1333">
              <a:solidFill>
                <a:srgbClr val="000000"/>
              </a:solidFill>
              <a:latin typeface="Chivo Light"/>
              <a:ea typeface="Chivo Light"/>
              <a:cs typeface="Chivo Light"/>
              <a:sym typeface="Chivo Light"/>
            </a:endParaRPr>
          </a:p>
        </p:txBody>
      </p:sp>
      <p:sp>
        <p:nvSpPr>
          <p:cNvPr id="104" name="Google Shape;126;p36">
            <a:extLst>
              <a:ext uri="{FF2B5EF4-FFF2-40B4-BE49-F238E27FC236}">
                <a16:creationId xmlns:a16="http://schemas.microsoft.com/office/drawing/2014/main" id="{E290D98E-59B0-90F0-54C9-D277C8188F20}"/>
              </a:ext>
            </a:extLst>
          </p:cNvPr>
          <p:cNvSpPr/>
          <p:nvPr userDrawn="1"/>
        </p:nvSpPr>
        <p:spPr>
          <a:xfrm>
            <a:off x="6309403" y="5447428"/>
            <a:ext cx="254253" cy="254253"/>
          </a:xfrm>
          <a:custGeom>
            <a:avLst/>
            <a:gdLst/>
            <a:ahLst/>
            <a:cxnLst/>
            <a:rect l="l" t="t" r="r" b="b"/>
            <a:pathLst>
              <a:path w="838200" h="838200" extrusionOk="0">
                <a:moveTo>
                  <a:pt x="247650" y="0"/>
                </a:moveTo>
                <a:cubicBezTo>
                  <a:pt x="111062" y="0"/>
                  <a:pt x="0" y="111062"/>
                  <a:pt x="0" y="247650"/>
                </a:cubicBezTo>
                <a:lnTo>
                  <a:pt x="0" y="590550"/>
                </a:lnTo>
                <a:cubicBezTo>
                  <a:pt x="0" y="727138"/>
                  <a:pt x="111062" y="838200"/>
                  <a:pt x="247650" y="838200"/>
                </a:cubicBezTo>
                <a:lnTo>
                  <a:pt x="590550" y="838200"/>
                </a:lnTo>
                <a:cubicBezTo>
                  <a:pt x="727138" y="838200"/>
                  <a:pt x="838200" y="727138"/>
                  <a:pt x="838200" y="590550"/>
                </a:cubicBezTo>
                <a:lnTo>
                  <a:pt x="838200" y="247650"/>
                </a:lnTo>
                <a:cubicBezTo>
                  <a:pt x="838200" y="111062"/>
                  <a:pt x="727138" y="0"/>
                  <a:pt x="590550" y="0"/>
                </a:cubicBezTo>
                <a:lnTo>
                  <a:pt x="247650" y="0"/>
                </a:lnTo>
                <a:close/>
                <a:moveTo>
                  <a:pt x="647700" y="152400"/>
                </a:moveTo>
                <a:cubicBezTo>
                  <a:pt x="668655" y="152400"/>
                  <a:pt x="685800" y="169545"/>
                  <a:pt x="685800" y="190500"/>
                </a:cubicBezTo>
                <a:cubicBezTo>
                  <a:pt x="685800" y="211455"/>
                  <a:pt x="668655" y="228600"/>
                  <a:pt x="647700" y="228600"/>
                </a:cubicBezTo>
                <a:cubicBezTo>
                  <a:pt x="626745" y="228600"/>
                  <a:pt x="609600" y="211455"/>
                  <a:pt x="609600" y="190500"/>
                </a:cubicBezTo>
                <a:cubicBezTo>
                  <a:pt x="609600" y="169545"/>
                  <a:pt x="626745" y="152400"/>
                  <a:pt x="647700" y="152400"/>
                </a:cubicBezTo>
                <a:close/>
                <a:moveTo>
                  <a:pt x="419100" y="209550"/>
                </a:moveTo>
                <a:cubicBezTo>
                  <a:pt x="534734" y="209550"/>
                  <a:pt x="628650" y="303467"/>
                  <a:pt x="628650" y="419100"/>
                </a:cubicBezTo>
                <a:cubicBezTo>
                  <a:pt x="628650" y="534734"/>
                  <a:pt x="534734" y="628650"/>
                  <a:pt x="419100" y="628650"/>
                </a:cubicBezTo>
                <a:cubicBezTo>
                  <a:pt x="303467" y="628650"/>
                  <a:pt x="209550" y="534734"/>
                  <a:pt x="209550" y="419100"/>
                </a:cubicBezTo>
                <a:cubicBezTo>
                  <a:pt x="209550" y="303467"/>
                  <a:pt x="303467" y="209550"/>
                  <a:pt x="419100" y="209550"/>
                </a:cubicBezTo>
                <a:close/>
                <a:moveTo>
                  <a:pt x="419100" y="247650"/>
                </a:moveTo>
                <a:cubicBezTo>
                  <a:pt x="324612" y="247650"/>
                  <a:pt x="247650" y="324612"/>
                  <a:pt x="247650" y="419100"/>
                </a:cubicBezTo>
                <a:cubicBezTo>
                  <a:pt x="247650" y="513588"/>
                  <a:pt x="324612" y="590550"/>
                  <a:pt x="419100" y="590550"/>
                </a:cubicBezTo>
                <a:cubicBezTo>
                  <a:pt x="513588" y="590550"/>
                  <a:pt x="590550" y="513588"/>
                  <a:pt x="590550" y="419100"/>
                </a:cubicBezTo>
                <a:cubicBezTo>
                  <a:pt x="590550" y="324612"/>
                  <a:pt x="513588" y="247650"/>
                  <a:pt x="419100" y="24765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>
              <a:buClr>
                <a:srgbClr val="000000"/>
              </a:buClr>
              <a:buSzPts val="2400"/>
              <a:buFont typeface="Open Sans"/>
              <a:buNone/>
            </a:pP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27;p36">
            <a:hlinkClick r:id="rId4"/>
            <a:extLst>
              <a:ext uri="{FF2B5EF4-FFF2-40B4-BE49-F238E27FC236}">
                <a16:creationId xmlns:a16="http://schemas.microsoft.com/office/drawing/2014/main" id="{FD5E2B05-4BD3-33E3-5E5C-6BE4AEAAFDF5}"/>
              </a:ext>
            </a:extLst>
          </p:cNvPr>
          <p:cNvSpPr/>
          <p:nvPr userDrawn="1"/>
        </p:nvSpPr>
        <p:spPr>
          <a:xfrm>
            <a:off x="8487799" y="5921567"/>
            <a:ext cx="265811" cy="265811"/>
          </a:xfrm>
          <a:custGeom>
            <a:avLst/>
            <a:gdLst/>
            <a:ahLst/>
            <a:cxnLst/>
            <a:rect l="l" t="t" r="r" b="b"/>
            <a:pathLst>
              <a:path w="876300" h="876300" extrusionOk="0">
                <a:moveTo>
                  <a:pt x="438150" y="0"/>
                </a:moveTo>
                <a:cubicBezTo>
                  <a:pt x="196556" y="0"/>
                  <a:pt x="0" y="196556"/>
                  <a:pt x="0" y="438150"/>
                </a:cubicBezTo>
                <a:cubicBezTo>
                  <a:pt x="0" y="626444"/>
                  <a:pt x="119397" y="787342"/>
                  <a:pt x="286443" y="849192"/>
                </a:cubicBezTo>
                <a:cubicBezTo>
                  <a:pt x="281631" y="806299"/>
                  <a:pt x="282386" y="736052"/>
                  <a:pt x="290326" y="702042"/>
                </a:cubicBezTo>
                <a:cubicBezTo>
                  <a:pt x="297759" y="670095"/>
                  <a:pt x="338355" y="498453"/>
                  <a:pt x="338355" y="498453"/>
                </a:cubicBezTo>
                <a:cubicBezTo>
                  <a:pt x="338355" y="498453"/>
                  <a:pt x="326100" y="473909"/>
                  <a:pt x="326100" y="437662"/>
                </a:cubicBezTo>
                <a:cubicBezTo>
                  <a:pt x="326100" y="380699"/>
                  <a:pt x="359102" y="338198"/>
                  <a:pt x="400201" y="338198"/>
                </a:cubicBezTo>
                <a:cubicBezTo>
                  <a:pt x="435157" y="338198"/>
                  <a:pt x="452013" y="364442"/>
                  <a:pt x="452013" y="395886"/>
                </a:cubicBezTo>
                <a:cubicBezTo>
                  <a:pt x="452013" y="431046"/>
                  <a:pt x="429659" y="483565"/>
                  <a:pt x="418081" y="532242"/>
                </a:cubicBezTo>
                <a:cubicBezTo>
                  <a:pt x="408424" y="573026"/>
                  <a:pt x="438527" y="606280"/>
                  <a:pt x="478728" y="606280"/>
                </a:cubicBezTo>
                <a:cubicBezTo>
                  <a:pt x="551524" y="606280"/>
                  <a:pt x="607478" y="529516"/>
                  <a:pt x="607478" y="418727"/>
                </a:cubicBezTo>
                <a:cubicBezTo>
                  <a:pt x="607478" y="320665"/>
                  <a:pt x="537031" y="252092"/>
                  <a:pt x="436418" y="252092"/>
                </a:cubicBezTo>
                <a:cubicBezTo>
                  <a:pt x="319893" y="252092"/>
                  <a:pt x="251494" y="339505"/>
                  <a:pt x="251494" y="429848"/>
                </a:cubicBezTo>
                <a:cubicBezTo>
                  <a:pt x="251494" y="465041"/>
                  <a:pt x="265043" y="502785"/>
                  <a:pt x="281976" y="523326"/>
                </a:cubicBezTo>
                <a:cubicBezTo>
                  <a:pt x="285316" y="527390"/>
                  <a:pt x="285803" y="530935"/>
                  <a:pt x="284811" y="535061"/>
                </a:cubicBezTo>
                <a:cubicBezTo>
                  <a:pt x="281708" y="547994"/>
                  <a:pt x="274810" y="575815"/>
                  <a:pt x="273438" y="581516"/>
                </a:cubicBezTo>
                <a:cubicBezTo>
                  <a:pt x="271659" y="589032"/>
                  <a:pt x="267498" y="590590"/>
                  <a:pt x="259749" y="586982"/>
                </a:cubicBezTo>
                <a:cubicBezTo>
                  <a:pt x="208584" y="563164"/>
                  <a:pt x="176605" y="488387"/>
                  <a:pt x="176605" y="428305"/>
                </a:cubicBezTo>
                <a:cubicBezTo>
                  <a:pt x="176605" y="299115"/>
                  <a:pt x="270460" y="180449"/>
                  <a:pt x="447239" y="180449"/>
                </a:cubicBezTo>
                <a:cubicBezTo>
                  <a:pt x="589331" y="180449"/>
                  <a:pt x="699743" y="281677"/>
                  <a:pt x="699743" y="417010"/>
                </a:cubicBezTo>
                <a:cubicBezTo>
                  <a:pt x="699743" y="558171"/>
                  <a:pt x="610724" y="671764"/>
                  <a:pt x="487204" y="671764"/>
                </a:cubicBezTo>
                <a:cubicBezTo>
                  <a:pt x="445696" y="671764"/>
                  <a:pt x="406691" y="650199"/>
                  <a:pt x="393350" y="624728"/>
                </a:cubicBezTo>
                <a:cubicBezTo>
                  <a:pt x="393350" y="624728"/>
                  <a:pt x="372807" y="702924"/>
                  <a:pt x="367814" y="722096"/>
                </a:cubicBezTo>
                <a:cubicBezTo>
                  <a:pt x="359193" y="755251"/>
                  <a:pt x="322297" y="823937"/>
                  <a:pt x="303775" y="855135"/>
                </a:cubicBezTo>
                <a:cubicBezTo>
                  <a:pt x="346148" y="868823"/>
                  <a:pt x="391283" y="876300"/>
                  <a:pt x="438150" y="876300"/>
                </a:cubicBezTo>
                <a:cubicBezTo>
                  <a:pt x="679754" y="876300"/>
                  <a:pt x="876300" y="679754"/>
                  <a:pt x="876300" y="438150"/>
                </a:cubicBezTo>
                <a:cubicBezTo>
                  <a:pt x="876300" y="196556"/>
                  <a:pt x="679754" y="0"/>
                  <a:pt x="43815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>
              <a:buClr>
                <a:srgbClr val="000000"/>
              </a:buClr>
              <a:buSzPts val="2400"/>
              <a:buFont typeface="Open Sans"/>
              <a:buNone/>
            </a:pP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28;p36">
            <a:extLst>
              <a:ext uri="{FF2B5EF4-FFF2-40B4-BE49-F238E27FC236}">
                <a16:creationId xmlns:a16="http://schemas.microsoft.com/office/drawing/2014/main" id="{86CAAA5F-2BD8-0530-7044-D7498AF59518}"/>
              </a:ext>
            </a:extLst>
          </p:cNvPr>
          <p:cNvSpPr/>
          <p:nvPr userDrawn="1"/>
        </p:nvSpPr>
        <p:spPr>
          <a:xfrm>
            <a:off x="6309413" y="5927997"/>
            <a:ext cx="254253" cy="252953"/>
          </a:xfrm>
          <a:custGeom>
            <a:avLst/>
            <a:gdLst/>
            <a:ahLst/>
            <a:cxnLst/>
            <a:rect l="l" t="t" r="r" b="b"/>
            <a:pathLst>
              <a:path w="838200" h="833913" extrusionOk="0">
                <a:moveTo>
                  <a:pt x="419100" y="0"/>
                </a:moveTo>
                <a:cubicBezTo>
                  <a:pt x="187643" y="0"/>
                  <a:pt x="0" y="187643"/>
                  <a:pt x="0" y="419100"/>
                </a:cubicBezTo>
                <a:cubicBezTo>
                  <a:pt x="0" y="629222"/>
                  <a:pt x="154781" y="802710"/>
                  <a:pt x="356464" y="833018"/>
                </a:cubicBezTo>
                <a:lnTo>
                  <a:pt x="356464" y="530181"/>
                </a:lnTo>
                <a:lnTo>
                  <a:pt x="252774" y="530181"/>
                </a:lnTo>
                <a:lnTo>
                  <a:pt x="252774" y="420014"/>
                </a:lnTo>
                <a:lnTo>
                  <a:pt x="356464" y="420014"/>
                </a:lnTo>
                <a:lnTo>
                  <a:pt x="356464" y="346710"/>
                </a:lnTo>
                <a:cubicBezTo>
                  <a:pt x="356464" y="225342"/>
                  <a:pt x="415595" y="172060"/>
                  <a:pt x="516465" y="172060"/>
                </a:cubicBezTo>
                <a:cubicBezTo>
                  <a:pt x="564775" y="172060"/>
                  <a:pt x="590321" y="175641"/>
                  <a:pt x="602418" y="177279"/>
                </a:cubicBezTo>
                <a:lnTo>
                  <a:pt x="602418" y="273444"/>
                </a:lnTo>
                <a:lnTo>
                  <a:pt x="533610" y="273444"/>
                </a:lnTo>
                <a:cubicBezTo>
                  <a:pt x="490785" y="273444"/>
                  <a:pt x="475831" y="314039"/>
                  <a:pt x="475831" y="359797"/>
                </a:cubicBezTo>
                <a:lnTo>
                  <a:pt x="475831" y="420014"/>
                </a:lnTo>
                <a:lnTo>
                  <a:pt x="601332" y="420014"/>
                </a:lnTo>
                <a:lnTo>
                  <a:pt x="584302" y="530181"/>
                </a:lnTo>
                <a:lnTo>
                  <a:pt x="475831" y="530181"/>
                </a:lnTo>
                <a:lnTo>
                  <a:pt x="475831" y="833914"/>
                </a:lnTo>
                <a:cubicBezTo>
                  <a:pt x="680390" y="806158"/>
                  <a:pt x="838200" y="631260"/>
                  <a:pt x="838200" y="419100"/>
                </a:cubicBezTo>
                <a:cubicBezTo>
                  <a:pt x="838200" y="187643"/>
                  <a:pt x="650558" y="0"/>
                  <a:pt x="41910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>
              <a:buClr>
                <a:srgbClr val="000000"/>
              </a:buClr>
              <a:buSzPts val="2400"/>
              <a:buFont typeface="Open Sans"/>
              <a:buNone/>
            </a:pP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29;p36">
            <a:hlinkClick r:id="rId5"/>
            <a:extLst>
              <a:ext uri="{FF2B5EF4-FFF2-40B4-BE49-F238E27FC236}">
                <a16:creationId xmlns:a16="http://schemas.microsoft.com/office/drawing/2014/main" id="{89F429FF-1D0D-58AC-EF96-BB59186274F0}"/>
              </a:ext>
            </a:extLst>
          </p:cNvPr>
          <p:cNvSpPr/>
          <p:nvPr userDrawn="1"/>
        </p:nvSpPr>
        <p:spPr>
          <a:xfrm>
            <a:off x="8493671" y="5447522"/>
            <a:ext cx="254068" cy="254068"/>
          </a:xfrm>
          <a:custGeom>
            <a:avLst/>
            <a:gdLst/>
            <a:ahLst/>
            <a:cxnLst/>
            <a:rect l="l" t="t" r="r" b="b"/>
            <a:pathLst>
              <a:path w="614680" h="614680" extrusionOk="0">
                <a:moveTo>
                  <a:pt x="558800" y="0"/>
                </a:moveTo>
                <a:lnTo>
                  <a:pt x="55880" y="0"/>
                </a:lnTo>
                <a:cubicBezTo>
                  <a:pt x="25006" y="0"/>
                  <a:pt x="0" y="25006"/>
                  <a:pt x="0" y="55880"/>
                </a:cubicBezTo>
                <a:lnTo>
                  <a:pt x="0" y="558800"/>
                </a:lnTo>
                <a:cubicBezTo>
                  <a:pt x="0" y="589674"/>
                  <a:pt x="25006" y="614680"/>
                  <a:pt x="55880" y="614680"/>
                </a:cubicBezTo>
                <a:lnTo>
                  <a:pt x="558800" y="614680"/>
                </a:lnTo>
                <a:cubicBezTo>
                  <a:pt x="589674" y="614680"/>
                  <a:pt x="614680" y="589674"/>
                  <a:pt x="614680" y="558800"/>
                </a:cubicBezTo>
                <a:lnTo>
                  <a:pt x="614680" y="55880"/>
                </a:lnTo>
                <a:cubicBezTo>
                  <a:pt x="614680" y="25006"/>
                  <a:pt x="589646" y="0"/>
                  <a:pt x="558800" y="0"/>
                </a:cubicBezTo>
                <a:close/>
                <a:moveTo>
                  <a:pt x="522171" y="264704"/>
                </a:moveTo>
                <a:cubicBezTo>
                  <a:pt x="518538" y="265039"/>
                  <a:pt x="514878" y="265262"/>
                  <a:pt x="511190" y="265262"/>
                </a:cubicBezTo>
                <a:cubicBezTo>
                  <a:pt x="469420" y="265262"/>
                  <a:pt x="432707" y="243804"/>
                  <a:pt x="411333" y="211310"/>
                </a:cubicBezTo>
                <a:cubicBezTo>
                  <a:pt x="411333" y="296499"/>
                  <a:pt x="411333" y="393451"/>
                  <a:pt x="411333" y="395072"/>
                </a:cubicBezTo>
                <a:cubicBezTo>
                  <a:pt x="411333" y="470091"/>
                  <a:pt x="350507" y="530888"/>
                  <a:pt x="275516" y="530888"/>
                </a:cubicBezTo>
                <a:cubicBezTo>
                  <a:pt x="200525" y="530860"/>
                  <a:pt x="139700" y="470035"/>
                  <a:pt x="139700" y="395044"/>
                </a:cubicBezTo>
                <a:cubicBezTo>
                  <a:pt x="139700" y="320025"/>
                  <a:pt x="200525" y="259227"/>
                  <a:pt x="275516" y="259227"/>
                </a:cubicBezTo>
                <a:cubicBezTo>
                  <a:pt x="278366" y="259227"/>
                  <a:pt x="281132" y="259479"/>
                  <a:pt x="283898" y="259646"/>
                </a:cubicBezTo>
                <a:lnTo>
                  <a:pt x="283898" y="326591"/>
                </a:lnTo>
                <a:cubicBezTo>
                  <a:pt x="281104" y="326255"/>
                  <a:pt x="278394" y="325752"/>
                  <a:pt x="275516" y="325752"/>
                </a:cubicBezTo>
                <a:cubicBezTo>
                  <a:pt x="237239" y="325752"/>
                  <a:pt x="206197" y="356794"/>
                  <a:pt x="206197" y="395072"/>
                </a:cubicBezTo>
                <a:cubicBezTo>
                  <a:pt x="206197" y="433349"/>
                  <a:pt x="237211" y="464391"/>
                  <a:pt x="275516" y="464391"/>
                </a:cubicBezTo>
                <a:cubicBezTo>
                  <a:pt x="313822" y="464391"/>
                  <a:pt x="347629" y="434216"/>
                  <a:pt x="347629" y="395938"/>
                </a:cubicBezTo>
                <a:cubicBezTo>
                  <a:pt x="347629" y="394401"/>
                  <a:pt x="348300" y="83848"/>
                  <a:pt x="348300" y="83848"/>
                </a:cubicBezTo>
                <a:lnTo>
                  <a:pt x="412255" y="83848"/>
                </a:lnTo>
                <a:cubicBezTo>
                  <a:pt x="418262" y="141041"/>
                  <a:pt x="464447" y="186192"/>
                  <a:pt x="522171" y="190327"/>
                </a:cubicBezTo>
                <a:lnTo>
                  <a:pt x="522171" y="2647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>
              <a:buClr>
                <a:srgbClr val="000000"/>
              </a:buClr>
              <a:buSzPts val="2400"/>
              <a:buFont typeface="Open Sans"/>
              <a:buNone/>
            </a:pP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30;p36">
            <a:extLst>
              <a:ext uri="{FF2B5EF4-FFF2-40B4-BE49-F238E27FC236}">
                <a16:creationId xmlns:a16="http://schemas.microsoft.com/office/drawing/2014/main" id="{37C0C157-0262-89C9-80C5-7B69B4BCC749}"/>
              </a:ext>
            </a:extLst>
          </p:cNvPr>
          <p:cNvSpPr txBox="1"/>
          <p:nvPr userDrawn="1"/>
        </p:nvSpPr>
        <p:spPr>
          <a:xfrm>
            <a:off x="6700733" y="5860139"/>
            <a:ext cx="1650000" cy="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1333"/>
              <a:buFont typeface="Chivo Light"/>
              <a:buNone/>
            </a:pPr>
            <a:r>
              <a:rPr lang="en-ID" sz="1333">
                <a:solidFill>
                  <a:srgbClr val="000000"/>
                </a:solidFill>
                <a:latin typeface="Chivo Light"/>
                <a:ea typeface="Chivo Light"/>
                <a:cs typeface="Chivo Light"/>
                <a:sym typeface="Chivo Light"/>
              </a:rPr>
              <a:t>pptfreebies</a:t>
            </a:r>
            <a:endParaRPr sz="1333">
              <a:solidFill>
                <a:srgbClr val="000000"/>
              </a:solidFill>
              <a:latin typeface="Chivo Light"/>
              <a:ea typeface="Chivo Light"/>
              <a:cs typeface="Chivo Light"/>
              <a:sym typeface="Chivo Light"/>
            </a:endParaRPr>
          </a:p>
        </p:txBody>
      </p:sp>
      <p:sp>
        <p:nvSpPr>
          <p:cNvPr id="109" name="Google Shape;131;p36">
            <a:extLst>
              <a:ext uri="{FF2B5EF4-FFF2-40B4-BE49-F238E27FC236}">
                <a16:creationId xmlns:a16="http://schemas.microsoft.com/office/drawing/2014/main" id="{F95242F1-1046-F584-5020-6E7125D0B464}"/>
              </a:ext>
            </a:extLst>
          </p:cNvPr>
          <p:cNvSpPr txBox="1"/>
          <p:nvPr userDrawn="1"/>
        </p:nvSpPr>
        <p:spPr>
          <a:xfrm>
            <a:off x="8962733" y="5380233"/>
            <a:ext cx="2477200" cy="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1333"/>
              <a:buFont typeface="Chivo Light"/>
              <a:buNone/>
            </a:pPr>
            <a:r>
              <a:rPr lang="en-ID" sz="1333">
                <a:solidFill>
                  <a:srgbClr val="000000"/>
                </a:solidFill>
                <a:latin typeface="Chivo Light"/>
                <a:ea typeface="Chivo Light"/>
                <a:cs typeface="Chivo Light"/>
                <a:sym typeface="Chivo Light"/>
              </a:rPr>
              <a:t>tiktok.com/@pptfreebies</a:t>
            </a:r>
            <a:endParaRPr sz="1333">
              <a:solidFill>
                <a:srgbClr val="000000"/>
              </a:solidFill>
              <a:latin typeface="Chivo Light"/>
              <a:ea typeface="Chivo Light"/>
              <a:cs typeface="Chivo Light"/>
              <a:sym typeface="Chivo Light"/>
            </a:endParaRPr>
          </a:p>
        </p:txBody>
      </p:sp>
      <p:sp>
        <p:nvSpPr>
          <p:cNvPr id="110" name="Google Shape;132;p36">
            <a:extLst>
              <a:ext uri="{FF2B5EF4-FFF2-40B4-BE49-F238E27FC236}">
                <a16:creationId xmlns:a16="http://schemas.microsoft.com/office/drawing/2014/main" id="{3A80D9B5-FCE4-A390-C994-F9AD51E8FC6F}"/>
              </a:ext>
            </a:extLst>
          </p:cNvPr>
          <p:cNvSpPr txBox="1"/>
          <p:nvPr userDrawn="1"/>
        </p:nvSpPr>
        <p:spPr>
          <a:xfrm>
            <a:off x="8962733" y="5860136"/>
            <a:ext cx="2477200" cy="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1333"/>
              <a:buFont typeface="Chivo Light"/>
              <a:buNone/>
            </a:pPr>
            <a:r>
              <a:rPr lang="en-ID" sz="1333">
                <a:solidFill>
                  <a:srgbClr val="000000"/>
                </a:solidFill>
                <a:latin typeface="Chivo Light"/>
                <a:ea typeface="Chivo Light"/>
                <a:cs typeface="Chivo Light"/>
                <a:sym typeface="Chivo Light"/>
              </a:rPr>
              <a:t>pinterest.com/pptfreebies</a:t>
            </a:r>
            <a:endParaRPr sz="1333">
              <a:solidFill>
                <a:srgbClr val="000000"/>
              </a:solidFill>
              <a:latin typeface="Chivo Light"/>
              <a:ea typeface="Chivo Light"/>
              <a:cs typeface="Chivo Light"/>
              <a:sym typeface="Chivo Light"/>
            </a:endParaRPr>
          </a:p>
        </p:txBody>
      </p:sp>
    </p:spTree>
    <p:extLst>
      <p:ext uri="{BB962C8B-B14F-4D97-AF65-F5344CB8AC3E}">
        <p14:creationId xmlns:p14="http://schemas.microsoft.com/office/powerpoint/2010/main" val="4037578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1">
            <a:extLst>
              <a:ext uri="{FF2B5EF4-FFF2-40B4-BE49-F238E27FC236}">
                <a16:creationId xmlns:a16="http://schemas.microsoft.com/office/drawing/2014/main" id="{85C82399-5D72-4FB1-A04B-BBC6BCC38139}"/>
              </a:ext>
            </a:extLst>
          </p:cNvPr>
          <p:cNvSpPr/>
          <p:nvPr userDrawn="1"/>
        </p:nvSpPr>
        <p:spPr>
          <a:xfrm>
            <a:off x="15670" y="6762687"/>
            <a:ext cx="727280" cy="80406"/>
          </a:xfrm>
          <a:custGeom>
            <a:avLst/>
            <a:gdLst/>
            <a:ahLst/>
            <a:cxnLst/>
            <a:rect l="l" t="t" r="r" b="b"/>
            <a:pathLst>
              <a:path w="3994439" h="441613" extrusionOk="0">
                <a:moveTo>
                  <a:pt x="2923526" y="292244"/>
                </a:moveTo>
                <a:cubicBezTo>
                  <a:pt x="2931536" y="292244"/>
                  <a:pt x="2938409" y="295112"/>
                  <a:pt x="2944146" y="300849"/>
                </a:cubicBezTo>
                <a:cubicBezTo>
                  <a:pt x="2949882" y="306586"/>
                  <a:pt x="2952750" y="313459"/>
                  <a:pt x="2952750" y="321468"/>
                </a:cubicBezTo>
                <a:cubicBezTo>
                  <a:pt x="2952750" y="326772"/>
                  <a:pt x="2951424" y="331643"/>
                  <a:pt x="2948773" y="336081"/>
                </a:cubicBezTo>
                <a:cubicBezTo>
                  <a:pt x="2946121" y="340518"/>
                  <a:pt x="2942603" y="344063"/>
                  <a:pt x="2938219" y="346715"/>
                </a:cubicBezTo>
                <a:cubicBezTo>
                  <a:pt x="2933836" y="349367"/>
                  <a:pt x="2928938" y="350693"/>
                  <a:pt x="2923526" y="350693"/>
                </a:cubicBezTo>
                <a:cubicBezTo>
                  <a:pt x="2915517" y="350693"/>
                  <a:pt x="2908643" y="347825"/>
                  <a:pt x="2902907" y="342088"/>
                </a:cubicBezTo>
                <a:cubicBezTo>
                  <a:pt x="2897170" y="336351"/>
                  <a:pt x="2894302" y="329478"/>
                  <a:pt x="2894302" y="321468"/>
                </a:cubicBezTo>
                <a:cubicBezTo>
                  <a:pt x="2894302" y="313459"/>
                  <a:pt x="2897170" y="306586"/>
                  <a:pt x="2902907" y="300849"/>
                </a:cubicBezTo>
                <a:cubicBezTo>
                  <a:pt x="2908643" y="295112"/>
                  <a:pt x="2915517" y="292244"/>
                  <a:pt x="2923526" y="292244"/>
                </a:cubicBezTo>
                <a:close/>
                <a:moveTo>
                  <a:pt x="3454112" y="129886"/>
                </a:moveTo>
                <a:cubicBezTo>
                  <a:pt x="3437010" y="129886"/>
                  <a:pt x="3422939" y="134324"/>
                  <a:pt x="3411899" y="143199"/>
                </a:cubicBezTo>
                <a:cubicBezTo>
                  <a:pt x="3400858" y="152075"/>
                  <a:pt x="3392687" y="163711"/>
                  <a:pt x="3387383" y="178106"/>
                </a:cubicBezTo>
                <a:cubicBezTo>
                  <a:pt x="3382079" y="192502"/>
                  <a:pt x="3379427" y="208034"/>
                  <a:pt x="3379427" y="224703"/>
                </a:cubicBezTo>
                <a:cubicBezTo>
                  <a:pt x="3379427" y="241372"/>
                  <a:pt x="3382079" y="256850"/>
                  <a:pt x="3387383" y="271137"/>
                </a:cubicBezTo>
                <a:cubicBezTo>
                  <a:pt x="3392687" y="285425"/>
                  <a:pt x="3400858" y="296952"/>
                  <a:pt x="3411899" y="305720"/>
                </a:cubicBezTo>
                <a:cubicBezTo>
                  <a:pt x="3422939" y="314487"/>
                  <a:pt x="3437010" y="318871"/>
                  <a:pt x="3454112" y="318871"/>
                </a:cubicBezTo>
                <a:cubicBezTo>
                  <a:pt x="3471214" y="318871"/>
                  <a:pt x="3485285" y="314487"/>
                  <a:pt x="3496325" y="305720"/>
                </a:cubicBezTo>
                <a:cubicBezTo>
                  <a:pt x="3507365" y="296952"/>
                  <a:pt x="3515537" y="285425"/>
                  <a:pt x="3520841" y="271137"/>
                </a:cubicBezTo>
                <a:cubicBezTo>
                  <a:pt x="3526145" y="256850"/>
                  <a:pt x="3528797" y="241372"/>
                  <a:pt x="3528797" y="224703"/>
                </a:cubicBezTo>
                <a:cubicBezTo>
                  <a:pt x="3528797" y="208034"/>
                  <a:pt x="3526145" y="192502"/>
                  <a:pt x="3520841" y="178106"/>
                </a:cubicBezTo>
                <a:cubicBezTo>
                  <a:pt x="3515537" y="163711"/>
                  <a:pt x="3507365" y="152075"/>
                  <a:pt x="3496325" y="143199"/>
                </a:cubicBezTo>
                <a:cubicBezTo>
                  <a:pt x="3485285" y="134324"/>
                  <a:pt x="3471214" y="129886"/>
                  <a:pt x="3454112" y="129886"/>
                </a:cubicBezTo>
                <a:close/>
                <a:moveTo>
                  <a:pt x="2415237" y="129886"/>
                </a:moveTo>
                <a:cubicBezTo>
                  <a:pt x="2399976" y="129886"/>
                  <a:pt x="2386798" y="133647"/>
                  <a:pt x="2375703" y="141170"/>
                </a:cubicBezTo>
                <a:cubicBezTo>
                  <a:pt x="2364609" y="148693"/>
                  <a:pt x="2356085" y="158461"/>
                  <a:pt x="2350132" y="170476"/>
                </a:cubicBezTo>
                <a:lnTo>
                  <a:pt x="2342553" y="203272"/>
                </a:lnTo>
                <a:lnTo>
                  <a:pt x="2483428" y="203272"/>
                </a:lnTo>
                <a:cubicBezTo>
                  <a:pt x="2483428" y="189201"/>
                  <a:pt x="2480640" y="176645"/>
                  <a:pt x="2475066" y="165605"/>
                </a:cubicBezTo>
                <a:cubicBezTo>
                  <a:pt x="2469492" y="154564"/>
                  <a:pt x="2461590" y="145851"/>
                  <a:pt x="2451362" y="139465"/>
                </a:cubicBezTo>
                <a:cubicBezTo>
                  <a:pt x="2441134" y="133079"/>
                  <a:pt x="2429092" y="129886"/>
                  <a:pt x="2415237" y="129886"/>
                </a:cubicBezTo>
                <a:close/>
                <a:moveTo>
                  <a:pt x="1962150" y="129886"/>
                </a:moveTo>
                <a:cubicBezTo>
                  <a:pt x="1946564" y="129886"/>
                  <a:pt x="1933467" y="133810"/>
                  <a:pt x="1922860" y="141657"/>
                </a:cubicBezTo>
                <a:cubicBezTo>
                  <a:pt x="1912252" y="149504"/>
                  <a:pt x="1904243" y="160436"/>
                  <a:pt x="1898831" y="174453"/>
                </a:cubicBezTo>
                <a:cubicBezTo>
                  <a:pt x="1893419" y="188470"/>
                  <a:pt x="1890713" y="204787"/>
                  <a:pt x="1890713" y="223404"/>
                </a:cubicBezTo>
                <a:cubicBezTo>
                  <a:pt x="1890713" y="242238"/>
                  <a:pt x="1893473" y="258825"/>
                  <a:pt x="1898993" y="273167"/>
                </a:cubicBezTo>
                <a:cubicBezTo>
                  <a:pt x="1904513" y="287509"/>
                  <a:pt x="1912577" y="298711"/>
                  <a:pt x="1923184" y="306775"/>
                </a:cubicBezTo>
                <a:cubicBezTo>
                  <a:pt x="1933792" y="314839"/>
                  <a:pt x="1946781" y="318871"/>
                  <a:pt x="1962150" y="318871"/>
                </a:cubicBezTo>
                <a:cubicBezTo>
                  <a:pt x="1978170" y="318871"/>
                  <a:pt x="1991564" y="314622"/>
                  <a:pt x="2002334" y="306126"/>
                </a:cubicBezTo>
                <a:cubicBezTo>
                  <a:pt x="2013104" y="297629"/>
                  <a:pt x="2021222" y="286156"/>
                  <a:pt x="2026688" y="271706"/>
                </a:cubicBezTo>
                <a:cubicBezTo>
                  <a:pt x="2032154" y="257256"/>
                  <a:pt x="2034887" y="241155"/>
                  <a:pt x="2034887" y="223404"/>
                </a:cubicBezTo>
                <a:cubicBezTo>
                  <a:pt x="2034887" y="205870"/>
                  <a:pt x="2032208" y="190040"/>
                  <a:pt x="2026850" y="175915"/>
                </a:cubicBezTo>
                <a:cubicBezTo>
                  <a:pt x="2021492" y="161789"/>
                  <a:pt x="2013429" y="150587"/>
                  <a:pt x="2002659" y="142306"/>
                </a:cubicBezTo>
                <a:cubicBezTo>
                  <a:pt x="1991889" y="134026"/>
                  <a:pt x="1978386" y="129886"/>
                  <a:pt x="1962150" y="129886"/>
                </a:cubicBezTo>
                <a:close/>
                <a:moveTo>
                  <a:pt x="1643712" y="129886"/>
                </a:moveTo>
                <a:cubicBezTo>
                  <a:pt x="1628451" y="129886"/>
                  <a:pt x="1615273" y="133647"/>
                  <a:pt x="1604178" y="141170"/>
                </a:cubicBezTo>
                <a:cubicBezTo>
                  <a:pt x="1593084" y="148693"/>
                  <a:pt x="1584560" y="158461"/>
                  <a:pt x="1578607" y="170476"/>
                </a:cubicBezTo>
                <a:lnTo>
                  <a:pt x="1571028" y="203272"/>
                </a:lnTo>
                <a:lnTo>
                  <a:pt x="1711903" y="203272"/>
                </a:lnTo>
                <a:cubicBezTo>
                  <a:pt x="1711903" y="189201"/>
                  <a:pt x="1709116" y="176645"/>
                  <a:pt x="1703541" y="165605"/>
                </a:cubicBezTo>
                <a:cubicBezTo>
                  <a:pt x="1697967" y="154564"/>
                  <a:pt x="1690066" y="145851"/>
                  <a:pt x="1679837" y="139465"/>
                </a:cubicBezTo>
                <a:cubicBezTo>
                  <a:pt x="1669608" y="133079"/>
                  <a:pt x="1657567" y="129886"/>
                  <a:pt x="1643712" y="129886"/>
                </a:cubicBezTo>
                <a:close/>
                <a:moveTo>
                  <a:pt x="1338913" y="129886"/>
                </a:moveTo>
                <a:cubicBezTo>
                  <a:pt x="1323651" y="129886"/>
                  <a:pt x="1310473" y="133647"/>
                  <a:pt x="1299378" y="141170"/>
                </a:cubicBezTo>
                <a:cubicBezTo>
                  <a:pt x="1288284" y="148693"/>
                  <a:pt x="1279760" y="158461"/>
                  <a:pt x="1273807" y="170476"/>
                </a:cubicBezTo>
                <a:lnTo>
                  <a:pt x="1266228" y="203272"/>
                </a:lnTo>
                <a:lnTo>
                  <a:pt x="1407103" y="203272"/>
                </a:lnTo>
                <a:cubicBezTo>
                  <a:pt x="1407103" y="189201"/>
                  <a:pt x="1404316" y="176645"/>
                  <a:pt x="1398741" y="165605"/>
                </a:cubicBezTo>
                <a:cubicBezTo>
                  <a:pt x="1393167" y="154564"/>
                  <a:pt x="1385266" y="145851"/>
                  <a:pt x="1375037" y="139465"/>
                </a:cubicBezTo>
                <a:cubicBezTo>
                  <a:pt x="1364809" y="133079"/>
                  <a:pt x="1352767" y="129886"/>
                  <a:pt x="1338913" y="129886"/>
                </a:cubicBezTo>
                <a:close/>
                <a:moveTo>
                  <a:pt x="423430" y="129886"/>
                </a:moveTo>
                <a:cubicBezTo>
                  <a:pt x="407844" y="129886"/>
                  <a:pt x="394747" y="133810"/>
                  <a:pt x="384140" y="141657"/>
                </a:cubicBezTo>
                <a:cubicBezTo>
                  <a:pt x="373532" y="149504"/>
                  <a:pt x="365522" y="160436"/>
                  <a:pt x="360111" y="174453"/>
                </a:cubicBezTo>
                <a:cubicBezTo>
                  <a:pt x="354699" y="188470"/>
                  <a:pt x="351993" y="204787"/>
                  <a:pt x="351993" y="223404"/>
                </a:cubicBezTo>
                <a:cubicBezTo>
                  <a:pt x="351993" y="242238"/>
                  <a:pt x="354753" y="258825"/>
                  <a:pt x="360273" y="273167"/>
                </a:cubicBezTo>
                <a:cubicBezTo>
                  <a:pt x="365793" y="287509"/>
                  <a:pt x="373857" y="298711"/>
                  <a:pt x="384464" y="306775"/>
                </a:cubicBezTo>
                <a:cubicBezTo>
                  <a:pt x="395072" y="314839"/>
                  <a:pt x="408060" y="318871"/>
                  <a:pt x="423430" y="318871"/>
                </a:cubicBezTo>
                <a:cubicBezTo>
                  <a:pt x="439449" y="318871"/>
                  <a:pt x="452844" y="314622"/>
                  <a:pt x="463614" y="306126"/>
                </a:cubicBezTo>
                <a:cubicBezTo>
                  <a:pt x="474383" y="297629"/>
                  <a:pt x="482501" y="286156"/>
                  <a:pt x="487967" y="271706"/>
                </a:cubicBezTo>
                <a:cubicBezTo>
                  <a:pt x="493433" y="257256"/>
                  <a:pt x="496166" y="241155"/>
                  <a:pt x="496166" y="223404"/>
                </a:cubicBezTo>
                <a:cubicBezTo>
                  <a:pt x="496166" y="205870"/>
                  <a:pt x="493488" y="190040"/>
                  <a:pt x="488130" y="175915"/>
                </a:cubicBezTo>
                <a:cubicBezTo>
                  <a:pt x="482772" y="161789"/>
                  <a:pt x="474708" y="150587"/>
                  <a:pt x="463938" y="142306"/>
                </a:cubicBezTo>
                <a:cubicBezTo>
                  <a:pt x="453169" y="134026"/>
                  <a:pt x="439666" y="129886"/>
                  <a:pt x="423430" y="129886"/>
                </a:cubicBezTo>
                <a:close/>
                <a:moveTo>
                  <a:pt x="109105" y="129886"/>
                </a:moveTo>
                <a:cubicBezTo>
                  <a:pt x="93519" y="129886"/>
                  <a:pt x="80422" y="133810"/>
                  <a:pt x="69814" y="141657"/>
                </a:cubicBezTo>
                <a:cubicBezTo>
                  <a:pt x="59207" y="149504"/>
                  <a:pt x="51197" y="160436"/>
                  <a:pt x="45785" y="174453"/>
                </a:cubicBezTo>
                <a:cubicBezTo>
                  <a:pt x="40374" y="188470"/>
                  <a:pt x="37667" y="204787"/>
                  <a:pt x="37667" y="223404"/>
                </a:cubicBezTo>
                <a:cubicBezTo>
                  <a:pt x="37667" y="242238"/>
                  <a:pt x="40428" y="258825"/>
                  <a:pt x="45948" y="273167"/>
                </a:cubicBezTo>
                <a:cubicBezTo>
                  <a:pt x="51468" y="287509"/>
                  <a:pt x="59532" y="298711"/>
                  <a:pt x="70139" y="306775"/>
                </a:cubicBezTo>
                <a:cubicBezTo>
                  <a:pt x="80746" y="314839"/>
                  <a:pt x="93735" y="318871"/>
                  <a:pt x="109105" y="318871"/>
                </a:cubicBezTo>
                <a:cubicBezTo>
                  <a:pt x="125124" y="318871"/>
                  <a:pt x="138519" y="314622"/>
                  <a:pt x="149289" y="306126"/>
                </a:cubicBezTo>
                <a:cubicBezTo>
                  <a:pt x="160058" y="297629"/>
                  <a:pt x="168176" y="286156"/>
                  <a:pt x="173642" y="271706"/>
                </a:cubicBezTo>
                <a:cubicBezTo>
                  <a:pt x="179108" y="257256"/>
                  <a:pt x="181841" y="241155"/>
                  <a:pt x="181841" y="223404"/>
                </a:cubicBezTo>
                <a:cubicBezTo>
                  <a:pt x="181841" y="205870"/>
                  <a:pt x="179162" y="190040"/>
                  <a:pt x="173805" y="175915"/>
                </a:cubicBezTo>
                <a:cubicBezTo>
                  <a:pt x="168447" y="161789"/>
                  <a:pt x="160383" y="150587"/>
                  <a:pt x="149613" y="142306"/>
                </a:cubicBezTo>
                <a:cubicBezTo>
                  <a:pt x="138844" y="134026"/>
                  <a:pt x="125341" y="129886"/>
                  <a:pt x="109105" y="129886"/>
                </a:cubicBezTo>
                <a:close/>
                <a:moveTo>
                  <a:pt x="2171701" y="98713"/>
                </a:moveTo>
                <a:lnTo>
                  <a:pt x="2210017" y="98713"/>
                </a:lnTo>
                <a:lnTo>
                  <a:pt x="2210017" y="348095"/>
                </a:lnTo>
                <a:lnTo>
                  <a:pt x="2171701" y="348095"/>
                </a:lnTo>
                <a:close/>
                <a:moveTo>
                  <a:pt x="3774282" y="95466"/>
                </a:moveTo>
                <a:cubicBezTo>
                  <a:pt x="3790734" y="95466"/>
                  <a:pt x="3804453" y="99173"/>
                  <a:pt x="3815440" y="106588"/>
                </a:cubicBezTo>
                <a:cubicBezTo>
                  <a:pt x="3826426" y="114002"/>
                  <a:pt x="3835004" y="124366"/>
                  <a:pt x="3841173" y="137679"/>
                </a:cubicBezTo>
                <a:lnTo>
                  <a:pt x="3843771" y="137679"/>
                </a:lnTo>
                <a:cubicBezTo>
                  <a:pt x="3850157" y="124799"/>
                  <a:pt x="3859736" y="114543"/>
                  <a:pt x="3872508" y="106912"/>
                </a:cubicBezTo>
                <a:cubicBezTo>
                  <a:pt x="3885281" y="99282"/>
                  <a:pt x="3900596" y="95466"/>
                  <a:pt x="3918456" y="95466"/>
                </a:cubicBezTo>
                <a:cubicBezTo>
                  <a:pt x="3940753" y="95466"/>
                  <a:pt x="3958991" y="102420"/>
                  <a:pt x="3973170" y="116329"/>
                </a:cubicBezTo>
                <a:cubicBezTo>
                  <a:pt x="3987350" y="130238"/>
                  <a:pt x="3994439" y="151858"/>
                  <a:pt x="3994439" y="181191"/>
                </a:cubicBezTo>
                <a:lnTo>
                  <a:pt x="3994439" y="348095"/>
                </a:lnTo>
                <a:lnTo>
                  <a:pt x="3956123" y="348095"/>
                </a:lnTo>
                <a:lnTo>
                  <a:pt x="3956123" y="181191"/>
                </a:lnTo>
                <a:cubicBezTo>
                  <a:pt x="3956123" y="162791"/>
                  <a:pt x="3951089" y="149640"/>
                  <a:pt x="3941024" y="141738"/>
                </a:cubicBezTo>
                <a:cubicBezTo>
                  <a:pt x="3930957" y="133837"/>
                  <a:pt x="3919105" y="129886"/>
                  <a:pt x="3905467" y="129886"/>
                </a:cubicBezTo>
                <a:cubicBezTo>
                  <a:pt x="3887932" y="129886"/>
                  <a:pt x="3874349" y="135163"/>
                  <a:pt x="3864715" y="145716"/>
                </a:cubicBezTo>
                <a:cubicBezTo>
                  <a:pt x="3855082" y="156269"/>
                  <a:pt x="3850265" y="169610"/>
                  <a:pt x="3850265" y="185737"/>
                </a:cubicBezTo>
                <a:lnTo>
                  <a:pt x="3850265" y="348095"/>
                </a:lnTo>
                <a:lnTo>
                  <a:pt x="3811299" y="348095"/>
                </a:lnTo>
                <a:lnTo>
                  <a:pt x="3811299" y="177295"/>
                </a:lnTo>
                <a:cubicBezTo>
                  <a:pt x="3811299" y="163115"/>
                  <a:pt x="3806699" y="151669"/>
                  <a:pt x="3797499" y="142956"/>
                </a:cubicBezTo>
                <a:cubicBezTo>
                  <a:pt x="3788299" y="134243"/>
                  <a:pt x="3776447" y="129886"/>
                  <a:pt x="3761943" y="129886"/>
                </a:cubicBezTo>
                <a:cubicBezTo>
                  <a:pt x="3751985" y="129886"/>
                  <a:pt x="3742703" y="132538"/>
                  <a:pt x="3734098" y="137842"/>
                </a:cubicBezTo>
                <a:cubicBezTo>
                  <a:pt x="3725493" y="143145"/>
                  <a:pt x="3718566" y="150478"/>
                  <a:pt x="3713316" y="159841"/>
                </a:cubicBezTo>
                <a:cubicBezTo>
                  <a:pt x="3708067" y="169204"/>
                  <a:pt x="3705442" y="180001"/>
                  <a:pt x="3705442" y="192232"/>
                </a:cubicBezTo>
                <a:lnTo>
                  <a:pt x="3705442" y="348095"/>
                </a:lnTo>
                <a:lnTo>
                  <a:pt x="3667125" y="348095"/>
                </a:lnTo>
                <a:lnTo>
                  <a:pt x="3667125" y="98713"/>
                </a:lnTo>
                <a:lnTo>
                  <a:pt x="3704143" y="98713"/>
                </a:lnTo>
                <a:lnTo>
                  <a:pt x="3704143" y="137679"/>
                </a:lnTo>
                <a:lnTo>
                  <a:pt x="3707390" y="137679"/>
                </a:lnTo>
                <a:cubicBezTo>
                  <a:pt x="3712586" y="124366"/>
                  <a:pt x="3720974" y="114002"/>
                  <a:pt x="3732556" y="106588"/>
                </a:cubicBezTo>
                <a:cubicBezTo>
                  <a:pt x="3744138" y="99173"/>
                  <a:pt x="3758046" y="95466"/>
                  <a:pt x="3774282" y="95466"/>
                </a:cubicBezTo>
                <a:close/>
                <a:moveTo>
                  <a:pt x="3454112" y="95466"/>
                </a:moveTo>
                <a:cubicBezTo>
                  <a:pt x="3476626" y="95466"/>
                  <a:pt x="3496352" y="100824"/>
                  <a:pt x="3513291" y="111540"/>
                </a:cubicBezTo>
                <a:cubicBezTo>
                  <a:pt x="3530231" y="122255"/>
                  <a:pt x="3543436" y="137300"/>
                  <a:pt x="3552907" y="156675"/>
                </a:cubicBezTo>
                <a:cubicBezTo>
                  <a:pt x="3562378" y="176050"/>
                  <a:pt x="3567113" y="198726"/>
                  <a:pt x="3567113" y="224703"/>
                </a:cubicBezTo>
                <a:cubicBezTo>
                  <a:pt x="3567113" y="250464"/>
                  <a:pt x="3562378" y="272978"/>
                  <a:pt x="3552907" y="292244"/>
                </a:cubicBezTo>
                <a:cubicBezTo>
                  <a:pt x="3543436" y="311510"/>
                  <a:pt x="3530231" y="326502"/>
                  <a:pt x="3513291" y="337217"/>
                </a:cubicBezTo>
                <a:cubicBezTo>
                  <a:pt x="3496352" y="347933"/>
                  <a:pt x="3476626" y="353291"/>
                  <a:pt x="3454112" y="353291"/>
                </a:cubicBezTo>
                <a:cubicBezTo>
                  <a:pt x="3431598" y="353291"/>
                  <a:pt x="3411872" y="347933"/>
                  <a:pt x="3394932" y="337217"/>
                </a:cubicBezTo>
                <a:cubicBezTo>
                  <a:pt x="3377993" y="326502"/>
                  <a:pt x="3364788" y="311510"/>
                  <a:pt x="3355317" y="292244"/>
                </a:cubicBezTo>
                <a:cubicBezTo>
                  <a:pt x="3345846" y="272978"/>
                  <a:pt x="3341111" y="250464"/>
                  <a:pt x="3341111" y="224703"/>
                </a:cubicBezTo>
                <a:cubicBezTo>
                  <a:pt x="3341111" y="198726"/>
                  <a:pt x="3345846" y="176050"/>
                  <a:pt x="3355317" y="156675"/>
                </a:cubicBezTo>
                <a:cubicBezTo>
                  <a:pt x="3364788" y="137300"/>
                  <a:pt x="3377993" y="122255"/>
                  <a:pt x="3394932" y="111540"/>
                </a:cubicBezTo>
                <a:cubicBezTo>
                  <a:pt x="3411872" y="100824"/>
                  <a:pt x="3431598" y="95466"/>
                  <a:pt x="3454112" y="95466"/>
                </a:cubicBezTo>
                <a:close/>
                <a:moveTo>
                  <a:pt x="3158187" y="95466"/>
                </a:moveTo>
                <a:cubicBezTo>
                  <a:pt x="3175722" y="95466"/>
                  <a:pt x="3191525" y="98713"/>
                  <a:pt x="3205596" y="105208"/>
                </a:cubicBezTo>
                <a:cubicBezTo>
                  <a:pt x="3219667" y="111702"/>
                  <a:pt x="3231194" y="120794"/>
                  <a:pt x="3240178" y="132484"/>
                </a:cubicBezTo>
                <a:cubicBezTo>
                  <a:pt x="3249162" y="144174"/>
                  <a:pt x="3254736" y="157812"/>
                  <a:pt x="3256901" y="173398"/>
                </a:cubicBezTo>
                <a:lnTo>
                  <a:pt x="3218585" y="173398"/>
                </a:lnTo>
                <a:cubicBezTo>
                  <a:pt x="3215662" y="162033"/>
                  <a:pt x="3209195" y="151940"/>
                  <a:pt x="3199183" y="143118"/>
                </a:cubicBezTo>
                <a:cubicBezTo>
                  <a:pt x="3189171" y="134297"/>
                  <a:pt x="3175722" y="129886"/>
                  <a:pt x="3158837" y="129886"/>
                </a:cubicBezTo>
                <a:cubicBezTo>
                  <a:pt x="3143900" y="129886"/>
                  <a:pt x="3130830" y="133756"/>
                  <a:pt x="3119627" y="141495"/>
                </a:cubicBezTo>
                <a:cubicBezTo>
                  <a:pt x="3108425" y="149234"/>
                  <a:pt x="3099712" y="160112"/>
                  <a:pt x="3093488" y="174129"/>
                </a:cubicBezTo>
                <a:cubicBezTo>
                  <a:pt x="3087264" y="188145"/>
                  <a:pt x="3084152" y="204571"/>
                  <a:pt x="3084152" y="223404"/>
                </a:cubicBezTo>
                <a:cubicBezTo>
                  <a:pt x="3084152" y="242671"/>
                  <a:pt x="3087210" y="259448"/>
                  <a:pt x="3093325" y="273735"/>
                </a:cubicBezTo>
                <a:cubicBezTo>
                  <a:pt x="3099441" y="288023"/>
                  <a:pt x="3108100" y="299117"/>
                  <a:pt x="3119303" y="307019"/>
                </a:cubicBezTo>
                <a:cubicBezTo>
                  <a:pt x="3130505" y="314920"/>
                  <a:pt x="3143683" y="318871"/>
                  <a:pt x="3158837" y="318871"/>
                </a:cubicBezTo>
                <a:cubicBezTo>
                  <a:pt x="3168795" y="318871"/>
                  <a:pt x="3177833" y="317139"/>
                  <a:pt x="3185951" y="313675"/>
                </a:cubicBezTo>
                <a:cubicBezTo>
                  <a:pt x="3194069" y="310212"/>
                  <a:pt x="3200942" y="305233"/>
                  <a:pt x="3206570" y="298738"/>
                </a:cubicBezTo>
                <a:cubicBezTo>
                  <a:pt x="3212198" y="292244"/>
                  <a:pt x="3216203" y="284451"/>
                  <a:pt x="3218585" y="275359"/>
                </a:cubicBezTo>
                <a:lnTo>
                  <a:pt x="3256901" y="275359"/>
                </a:lnTo>
                <a:cubicBezTo>
                  <a:pt x="3254736" y="290079"/>
                  <a:pt x="3249406" y="303311"/>
                  <a:pt x="3240909" y="315055"/>
                </a:cubicBezTo>
                <a:cubicBezTo>
                  <a:pt x="3232412" y="326799"/>
                  <a:pt x="3221209" y="336108"/>
                  <a:pt x="3207301" y="342981"/>
                </a:cubicBezTo>
                <a:cubicBezTo>
                  <a:pt x="3193392" y="349854"/>
                  <a:pt x="3177237" y="353291"/>
                  <a:pt x="3158837" y="353291"/>
                </a:cubicBezTo>
                <a:cubicBezTo>
                  <a:pt x="3135457" y="353291"/>
                  <a:pt x="3115325" y="347770"/>
                  <a:pt x="3098440" y="336730"/>
                </a:cubicBezTo>
                <a:cubicBezTo>
                  <a:pt x="3081555" y="325690"/>
                  <a:pt x="3068566" y="310482"/>
                  <a:pt x="3059474" y="291108"/>
                </a:cubicBezTo>
                <a:cubicBezTo>
                  <a:pt x="3050382" y="271733"/>
                  <a:pt x="3045836" y="249598"/>
                  <a:pt x="3045836" y="224703"/>
                </a:cubicBezTo>
                <a:cubicBezTo>
                  <a:pt x="3045836" y="199375"/>
                  <a:pt x="3050517" y="176997"/>
                  <a:pt x="3059880" y="157568"/>
                </a:cubicBezTo>
                <a:cubicBezTo>
                  <a:pt x="3069242" y="138139"/>
                  <a:pt x="3082339" y="122932"/>
                  <a:pt x="3099170" y="111945"/>
                </a:cubicBezTo>
                <a:cubicBezTo>
                  <a:pt x="3116001" y="100959"/>
                  <a:pt x="3135674" y="95466"/>
                  <a:pt x="3158187" y="95466"/>
                </a:cubicBezTo>
                <a:close/>
                <a:moveTo>
                  <a:pt x="2707698" y="95466"/>
                </a:moveTo>
                <a:cubicBezTo>
                  <a:pt x="2732377" y="95466"/>
                  <a:pt x="2751778" y="100878"/>
                  <a:pt x="2765904" y="111702"/>
                </a:cubicBezTo>
                <a:cubicBezTo>
                  <a:pt x="2780029" y="122526"/>
                  <a:pt x="2790068" y="136813"/>
                  <a:pt x="2796021" y="154564"/>
                </a:cubicBezTo>
                <a:lnTo>
                  <a:pt x="2761601" y="164306"/>
                </a:lnTo>
                <a:cubicBezTo>
                  <a:pt x="2759436" y="158569"/>
                  <a:pt x="2756270" y="152968"/>
                  <a:pt x="2752103" y="147502"/>
                </a:cubicBezTo>
                <a:cubicBezTo>
                  <a:pt x="2747936" y="142036"/>
                  <a:pt x="2742281" y="137517"/>
                  <a:pt x="2735137" y="133945"/>
                </a:cubicBezTo>
                <a:cubicBezTo>
                  <a:pt x="2727993" y="130373"/>
                  <a:pt x="2718847" y="128587"/>
                  <a:pt x="2707698" y="128587"/>
                </a:cubicBezTo>
                <a:cubicBezTo>
                  <a:pt x="2692437" y="128587"/>
                  <a:pt x="2679746" y="132078"/>
                  <a:pt x="2669625" y="139059"/>
                </a:cubicBezTo>
                <a:cubicBezTo>
                  <a:pt x="2659505" y="146041"/>
                  <a:pt x="2654445" y="154889"/>
                  <a:pt x="2654445" y="165605"/>
                </a:cubicBezTo>
                <a:cubicBezTo>
                  <a:pt x="2654445" y="175130"/>
                  <a:pt x="2657908" y="182652"/>
                  <a:pt x="2664836" y="188173"/>
                </a:cubicBezTo>
                <a:cubicBezTo>
                  <a:pt x="2671763" y="193693"/>
                  <a:pt x="2682587" y="198293"/>
                  <a:pt x="2697307" y="201973"/>
                </a:cubicBezTo>
                <a:lnTo>
                  <a:pt x="2734325" y="211065"/>
                </a:lnTo>
                <a:cubicBezTo>
                  <a:pt x="2756622" y="216477"/>
                  <a:pt x="2773237" y="224730"/>
                  <a:pt x="2784169" y="235825"/>
                </a:cubicBezTo>
                <a:cubicBezTo>
                  <a:pt x="2795101" y="246919"/>
                  <a:pt x="2800567" y="261180"/>
                  <a:pt x="2800567" y="278606"/>
                </a:cubicBezTo>
                <a:cubicBezTo>
                  <a:pt x="2800567" y="292893"/>
                  <a:pt x="2796481" y="305666"/>
                  <a:pt x="2788309" y="316922"/>
                </a:cubicBezTo>
                <a:cubicBezTo>
                  <a:pt x="2780137" y="328179"/>
                  <a:pt x="2768745" y="337055"/>
                  <a:pt x="2754132" y="343549"/>
                </a:cubicBezTo>
                <a:cubicBezTo>
                  <a:pt x="2739520" y="350043"/>
                  <a:pt x="2722527" y="353291"/>
                  <a:pt x="2703152" y="353291"/>
                </a:cubicBezTo>
                <a:cubicBezTo>
                  <a:pt x="2677716" y="353291"/>
                  <a:pt x="2656664" y="347770"/>
                  <a:pt x="2639995" y="336730"/>
                </a:cubicBezTo>
                <a:cubicBezTo>
                  <a:pt x="2623326" y="325690"/>
                  <a:pt x="2612773" y="309562"/>
                  <a:pt x="2608335" y="288347"/>
                </a:cubicBezTo>
                <a:lnTo>
                  <a:pt x="2644703" y="279255"/>
                </a:lnTo>
                <a:cubicBezTo>
                  <a:pt x="2648167" y="292677"/>
                  <a:pt x="2654743" y="302743"/>
                  <a:pt x="2664430" y="309454"/>
                </a:cubicBezTo>
                <a:cubicBezTo>
                  <a:pt x="2674117" y="316165"/>
                  <a:pt x="2686808" y="319520"/>
                  <a:pt x="2702503" y="319520"/>
                </a:cubicBezTo>
                <a:cubicBezTo>
                  <a:pt x="2720362" y="319520"/>
                  <a:pt x="2734569" y="315705"/>
                  <a:pt x="2745122" y="308074"/>
                </a:cubicBezTo>
                <a:cubicBezTo>
                  <a:pt x="2755675" y="300443"/>
                  <a:pt x="2760952" y="291270"/>
                  <a:pt x="2760952" y="280554"/>
                </a:cubicBezTo>
                <a:cubicBezTo>
                  <a:pt x="2760952" y="271895"/>
                  <a:pt x="2757921" y="264616"/>
                  <a:pt x="2751860" y="258717"/>
                </a:cubicBezTo>
                <a:cubicBezTo>
                  <a:pt x="2745798" y="252818"/>
                  <a:pt x="2736490" y="248407"/>
                  <a:pt x="2723934" y="245485"/>
                </a:cubicBezTo>
                <a:lnTo>
                  <a:pt x="2682370" y="235743"/>
                </a:lnTo>
                <a:cubicBezTo>
                  <a:pt x="2659532" y="230332"/>
                  <a:pt x="2642782" y="221916"/>
                  <a:pt x="2632120" y="210497"/>
                </a:cubicBezTo>
                <a:cubicBezTo>
                  <a:pt x="2621459" y="199078"/>
                  <a:pt x="2616128" y="184763"/>
                  <a:pt x="2616128" y="167553"/>
                </a:cubicBezTo>
                <a:cubicBezTo>
                  <a:pt x="2616128" y="153482"/>
                  <a:pt x="2620106" y="141035"/>
                  <a:pt x="2628062" y="130211"/>
                </a:cubicBezTo>
                <a:cubicBezTo>
                  <a:pt x="2636017" y="119387"/>
                  <a:pt x="2646895" y="110890"/>
                  <a:pt x="2660695" y="104721"/>
                </a:cubicBezTo>
                <a:cubicBezTo>
                  <a:pt x="2674496" y="98551"/>
                  <a:pt x="2690163" y="95466"/>
                  <a:pt x="2707698" y="95466"/>
                </a:cubicBezTo>
                <a:close/>
                <a:moveTo>
                  <a:pt x="2415237" y="95466"/>
                </a:moveTo>
                <a:cubicBezTo>
                  <a:pt x="2428226" y="95466"/>
                  <a:pt x="2441052" y="97631"/>
                  <a:pt x="2453716" y="101960"/>
                </a:cubicBezTo>
                <a:cubicBezTo>
                  <a:pt x="2466380" y="106290"/>
                  <a:pt x="2477907" y="113298"/>
                  <a:pt x="2488298" y="122986"/>
                </a:cubicBezTo>
                <a:cubicBezTo>
                  <a:pt x="2498689" y="132673"/>
                  <a:pt x="2506970" y="145472"/>
                  <a:pt x="2513139" y="161383"/>
                </a:cubicBezTo>
                <a:cubicBezTo>
                  <a:pt x="2519309" y="177295"/>
                  <a:pt x="2522394" y="196886"/>
                  <a:pt x="2522394" y="220157"/>
                </a:cubicBezTo>
                <a:lnTo>
                  <a:pt x="2522394" y="236393"/>
                </a:lnTo>
                <a:lnTo>
                  <a:pt x="2341691" y="236393"/>
                </a:lnTo>
                <a:lnTo>
                  <a:pt x="2343658" y="257276"/>
                </a:lnTo>
                <a:cubicBezTo>
                  <a:pt x="2345295" y="265245"/>
                  <a:pt x="2347751" y="272490"/>
                  <a:pt x="2351025" y="279012"/>
                </a:cubicBezTo>
                <a:cubicBezTo>
                  <a:pt x="2357573" y="292055"/>
                  <a:pt x="2366692" y="301958"/>
                  <a:pt x="2378382" y="308723"/>
                </a:cubicBezTo>
                <a:cubicBezTo>
                  <a:pt x="2390072" y="315488"/>
                  <a:pt x="2403656" y="318871"/>
                  <a:pt x="2419134" y="318871"/>
                </a:cubicBezTo>
                <a:cubicBezTo>
                  <a:pt x="2429200" y="318871"/>
                  <a:pt x="2438319" y="317437"/>
                  <a:pt x="2446491" y="314568"/>
                </a:cubicBezTo>
                <a:cubicBezTo>
                  <a:pt x="2454663" y="311700"/>
                  <a:pt x="2461726" y="307370"/>
                  <a:pt x="2467679" y="301580"/>
                </a:cubicBezTo>
                <a:cubicBezTo>
                  <a:pt x="2473632" y="295789"/>
                  <a:pt x="2478232" y="288564"/>
                  <a:pt x="2481479" y="279905"/>
                </a:cubicBezTo>
                <a:lnTo>
                  <a:pt x="2518497" y="290296"/>
                </a:lnTo>
                <a:cubicBezTo>
                  <a:pt x="2514601" y="302851"/>
                  <a:pt x="2508052" y="313865"/>
                  <a:pt x="2498852" y="323336"/>
                </a:cubicBezTo>
                <a:cubicBezTo>
                  <a:pt x="2489652" y="332806"/>
                  <a:pt x="2478286" y="340167"/>
                  <a:pt x="2464757" y="345416"/>
                </a:cubicBezTo>
                <a:cubicBezTo>
                  <a:pt x="2451227" y="350666"/>
                  <a:pt x="2436019" y="353291"/>
                  <a:pt x="2419134" y="353291"/>
                </a:cubicBezTo>
                <a:cubicBezTo>
                  <a:pt x="2395105" y="353291"/>
                  <a:pt x="2374404" y="347960"/>
                  <a:pt x="2357032" y="337298"/>
                </a:cubicBezTo>
                <a:cubicBezTo>
                  <a:pt x="2339660" y="326637"/>
                  <a:pt x="2326292" y="311700"/>
                  <a:pt x="2316930" y="292488"/>
                </a:cubicBezTo>
                <a:cubicBezTo>
                  <a:pt x="2307567" y="273275"/>
                  <a:pt x="2302886" y="250897"/>
                  <a:pt x="2302886" y="225353"/>
                </a:cubicBezTo>
                <a:cubicBezTo>
                  <a:pt x="2302886" y="199808"/>
                  <a:pt x="2307567" y="177268"/>
                  <a:pt x="2316930" y="157730"/>
                </a:cubicBezTo>
                <a:cubicBezTo>
                  <a:pt x="2326292" y="138193"/>
                  <a:pt x="2339389" y="122932"/>
                  <a:pt x="2356220" y="111945"/>
                </a:cubicBezTo>
                <a:cubicBezTo>
                  <a:pt x="2373051" y="100959"/>
                  <a:pt x="2392724" y="95466"/>
                  <a:pt x="2415237" y="95466"/>
                </a:cubicBezTo>
                <a:close/>
                <a:moveTo>
                  <a:pt x="1643712" y="95466"/>
                </a:moveTo>
                <a:cubicBezTo>
                  <a:pt x="1656701" y="95466"/>
                  <a:pt x="1669527" y="97631"/>
                  <a:pt x="1682191" y="101960"/>
                </a:cubicBezTo>
                <a:cubicBezTo>
                  <a:pt x="1694855" y="106290"/>
                  <a:pt x="1706382" y="113298"/>
                  <a:pt x="1716773" y="122986"/>
                </a:cubicBezTo>
                <a:cubicBezTo>
                  <a:pt x="1727164" y="132673"/>
                  <a:pt x="1735444" y="145472"/>
                  <a:pt x="1741614" y="161383"/>
                </a:cubicBezTo>
                <a:cubicBezTo>
                  <a:pt x="1747784" y="177295"/>
                  <a:pt x="1750869" y="196886"/>
                  <a:pt x="1750869" y="220157"/>
                </a:cubicBezTo>
                <a:lnTo>
                  <a:pt x="1750869" y="236393"/>
                </a:lnTo>
                <a:lnTo>
                  <a:pt x="1570166" y="236393"/>
                </a:lnTo>
                <a:lnTo>
                  <a:pt x="1572133" y="257276"/>
                </a:lnTo>
                <a:cubicBezTo>
                  <a:pt x="1573770" y="265245"/>
                  <a:pt x="1576226" y="272490"/>
                  <a:pt x="1579500" y="279012"/>
                </a:cubicBezTo>
                <a:cubicBezTo>
                  <a:pt x="1586048" y="292055"/>
                  <a:pt x="1595167" y="301958"/>
                  <a:pt x="1606857" y="308723"/>
                </a:cubicBezTo>
                <a:cubicBezTo>
                  <a:pt x="1618547" y="315488"/>
                  <a:pt x="1632131" y="318871"/>
                  <a:pt x="1647609" y="318871"/>
                </a:cubicBezTo>
                <a:cubicBezTo>
                  <a:pt x="1657675" y="318871"/>
                  <a:pt x="1666794" y="317437"/>
                  <a:pt x="1674966" y="314568"/>
                </a:cubicBezTo>
                <a:cubicBezTo>
                  <a:pt x="1683138" y="311700"/>
                  <a:pt x="1690201" y="307370"/>
                  <a:pt x="1696154" y="301580"/>
                </a:cubicBezTo>
                <a:cubicBezTo>
                  <a:pt x="1702107" y="295789"/>
                  <a:pt x="1706707" y="288564"/>
                  <a:pt x="1709954" y="279905"/>
                </a:cubicBezTo>
                <a:lnTo>
                  <a:pt x="1746972" y="290296"/>
                </a:lnTo>
                <a:cubicBezTo>
                  <a:pt x="1743075" y="302851"/>
                  <a:pt x="1736527" y="313865"/>
                  <a:pt x="1727327" y="323336"/>
                </a:cubicBezTo>
                <a:cubicBezTo>
                  <a:pt x="1718126" y="332806"/>
                  <a:pt x="1706761" y="340167"/>
                  <a:pt x="1693232" y="345416"/>
                </a:cubicBezTo>
                <a:cubicBezTo>
                  <a:pt x="1679702" y="350666"/>
                  <a:pt x="1664494" y="353291"/>
                  <a:pt x="1647609" y="353291"/>
                </a:cubicBezTo>
                <a:cubicBezTo>
                  <a:pt x="1623580" y="353291"/>
                  <a:pt x="1602879" y="347960"/>
                  <a:pt x="1585507" y="337298"/>
                </a:cubicBezTo>
                <a:cubicBezTo>
                  <a:pt x="1568135" y="326637"/>
                  <a:pt x="1554767" y="311700"/>
                  <a:pt x="1545405" y="292488"/>
                </a:cubicBezTo>
                <a:cubicBezTo>
                  <a:pt x="1536042" y="273275"/>
                  <a:pt x="1531361" y="250897"/>
                  <a:pt x="1531361" y="225353"/>
                </a:cubicBezTo>
                <a:cubicBezTo>
                  <a:pt x="1531361" y="199808"/>
                  <a:pt x="1536042" y="177268"/>
                  <a:pt x="1545405" y="157730"/>
                </a:cubicBezTo>
                <a:cubicBezTo>
                  <a:pt x="1554767" y="138193"/>
                  <a:pt x="1567864" y="122932"/>
                  <a:pt x="1584695" y="111945"/>
                </a:cubicBezTo>
                <a:cubicBezTo>
                  <a:pt x="1601526" y="100959"/>
                  <a:pt x="1621199" y="95466"/>
                  <a:pt x="1643712" y="95466"/>
                </a:cubicBezTo>
                <a:close/>
                <a:moveTo>
                  <a:pt x="1338913" y="95466"/>
                </a:moveTo>
                <a:cubicBezTo>
                  <a:pt x="1351901" y="95466"/>
                  <a:pt x="1364727" y="97631"/>
                  <a:pt x="1377391" y="101960"/>
                </a:cubicBezTo>
                <a:cubicBezTo>
                  <a:pt x="1390055" y="106290"/>
                  <a:pt x="1401583" y="113298"/>
                  <a:pt x="1411973" y="122986"/>
                </a:cubicBezTo>
                <a:cubicBezTo>
                  <a:pt x="1422364" y="132673"/>
                  <a:pt x="1430645" y="145472"/>
                  <a:pt x="1436814" y="161383"/>
                </a:cubicBezTo>
                <a:cubicBezTo>
                  <a:pt x="1442984" y="177295"/>
                  <a:pt x="1446069" y="196886"/>
                  <a:pt x="1446069" y="220157"/>
                </a:cubicBezTo>
                <a:lnTo>
                  <a:pt x="1446069" y="236393"/>
                </a:lnTo>
                <a:lnTo>
                  <a:pt x="1265366" y="236393"/>
                </a:lnTo>
                <a:lnTo>
                  <a:pt x="1267333" y="257276"/>
                </a:lnTo>
                <a:cubicBezTo>
                  <a:pt x="1268970" y="265245"/>
                  <a:pt x="1271426" y="272490"/>
                  <a:pt x="1274700" y="279012"/>
                </a:cubicBezTo>
                <a:cubicBezTo>
                  <a:pt x="1281248" y="292055"/>
                  <a:pt x="1290367" y="301958"/>
                  <a:pt x="1302057" y="308723"/>
                </a:cubicBezTo>
                <a:cubicBezTo>
                  <a:pt x="1313747" y="315488"/>
                  <a:pt x="1327331" y="318871"/>
                  <a:pt x="1342809" y="318871"/>
                </a:cubicBezTo>
                <a:cubicBezTo>
                  <a:pt x="1352875" y="318871"/>
                  <a:pt x="1361994" y="317437"/>
                  <a:pt x="1370166" y="314568"/>
                </a:cubicBezTo>
                <a:cubicBezTo>
                  <a:pt x="1378338" y="311700"/>
                  <a:pt x="1385401" y="307370"/>
                  <a:pt x="1391354" y="301580"/>
                </a:cubicBezTo>
                <a:cubicBezTo>
                  <a:pt x="1397307" y="295789"/>
                  <a:pt x="1401907" y="288564"/>
                  <a:pt x="1405155" y="279905"/>
                </a:cubicBezTo>
                <a:lnTo>
                  <a:pt x="1442172" y="290296"/>
                </a:lnTo>
                <a:cubicBezTo>
                  <a:pt x="1438275" y="302851"/>
                  <a:pt x="1431727" y="313865"/>
                  <a:pt x="1422527" y="323336"/>
                </a:cubicBezTo>
                <a:cubicBezTo>
                  <a:pt x="1413327" y="332806"/>
                  <a:pt x="1401961" y="340167"/>
                  <a:pt x="1388432" y="345416"/>
                </a:cubicBezTo>
                <a:cubicBezTo>
                  <a:pt x="1374902" y="350666"/>
                  <a:pt x="1359694" y="353291"/>
                  <a:pt x="1342809" y="353291"/>
                </a:cubicBezTo>
                <a:cubicBezTo>
                  <a:pt x="1318780" y="353291"/>
                  <a:pt x="1298079" y="347960"/>
                  <a:pt x="1280707" y="337298"/>
                </a:cubicBezTo>
                <a:cubicBezTo>
                  <a:pt x="1263335" y="326637"/>
                  <a:pt x="1249967" y="311700"/>
                  <a:pt x="1240605" y="292488"/>
                </a:cubicBezTo>
                <a:cubicBezTo>
                  <a:pt x="1231242" y="273275"/>
                  <a:pt x="1226561" y="250897"/>
                  <a:pt x="1226561" y="225353"/>
                </a:cubicBezTo>
                <a:cubicBezTo>
                  <a:pt x="1226561" y="199808"/>
                  <a:pt x="1231242" y="177268"/>
                  <a:pt x="1240605" y="157730"/>
                </a:cubicBezTo>
                <a:cubicBezTo>
                  <a:pt x="1249967" y="138193"/>
                  <a:pt x="1263064" y="122932"/>
                  <a:pt x="1279895" y="111945"/>
                </a:cubicBezTo>
                <a:cubicBezTo>
                  <a:pt x="1296726" y="100959"/>
                  <a:pt x="1316399" y="95466"/>
                  <a:pt x="1338913" y="95466"/>
                </a:cubicBezTo>
                <a:close/>
                <a:moveTo>
                  <a:pt x="427976" y="95466"/>
                </a:moveTo>
                <a:cubicBezTo>
                  <a:pt x="448974" y="95466"/>
                  <a:pt x="467483" y="100716"/>
                  <a:pt x="483503" y="111215"/>
                </a:cubicBezTo>
                <a:cubicBezTo>
                  <a:pt x="499522" y="121714"/>
                  <a:pt x="512023" y="136597"/>
                  <a:pt x="521007" y="155863"/>
                </a:cubicBezTo>
                <a:cubicBezTo>
                  <a:pt x="529991" y="175130"/>
                  <a:pt x="534483" y="197860"/>
                  <a:pt x="534483" y="224054"/>
                </a:cubicBezTo>
                <a:cubicBezTo>
                  <a:pt x="534483" y="250464"/>
                  <a:pt x="529991" y="273329"/>
                  <a:pt x="521007" y="292650"/>
                </a:cubicBezTo>
                <a:cubicBezTo>
                  <a:pt x="512023" y="311970"/>
                  <a:pt x="499576" y="326907"/>
                  <a:pt x="483665" y="337461"/>
                </a:cubicBezTo>
                <a:cubicBezTo>
                  <a:pt x="467754" y="348014"/>
                  <a:pt x="449407" y="353291"/>
                  <a:pt x="428626" y="353291"/>
                </a:cubicBezTo>
                <a:cubicBezTo>
                  <a:pt x="412606" y="353291"/>
                  <a:pt x="399780" y="350612"/>
                  <a:pt x="390147" y="345254"/>
                </a:cubicBezTo>
                <a:cubicBezTo>
                  <a:pt x="380514" y="339896"/>
                  <a:pt x="373099" y="333781"/>
                  <a:pt x="367904" y="326907"/>
                </a:cubicBezTo>
                <a:cubicBezTo>
                  <a:pt x="362708" y="320034"/>
                  <a:pt x="358703" y="314325"/>
                  <a:pt x="355889" y="309779"/>
                </a:cubicBezTo>
                <a:lnTo>
                  <a:pt x="352642" y="309779"/>
                </a:lnTo>
                <a:lnTo>
                  <a:pt x="352642" y="441613"/>
                </a:lnTo>
                <a:lnTo>
                  <a:pt x="314326" y="441613"/>
                </a:lnTo>
                <a:lnTo>
                  <a:pt x="314326" y="98713"/>
                </a:lnTo>
                <a:lnTo>
                  <a:pt x="351343" y="98713"/>
                </a:lnTo>
                <a:lnTo>
                  <a:pt x="351343" y="138329"/>
                </a:lnTo>
                <a:lnTo>
                  <a:pt x="355889" y="138329"/>
                </a:lnTo>
                <a:cubicBezTo>
                  <a:pt x="358703" y="133999"/>
                  <a:pt x="362627" y="128452"/>
                  <a:pt x="367660" y="121687"/>
                </a:cubicBezTo>
                <a:cubicBezTo>
                  <a:pt x="372693" y="114922"/>
                  <a:pt x="379945" y="108861"/>
                  <a:pt x="389416" y="103503"/>
                </a:cubicBezTo>
                <a:cubicBezTo>
                  <a:pt x="398887" y="98145"/>
                  <a:pt x="411740" y="95466"/>
                  <a:pt x="427976" y="95466"/>
                </a:cubicBezTo>
                <a:close/>
                <a:moveTo>
                  <a:pt x="113651" y="95466"/>
                </a:moveTo>
                <a:cubicBezTo>
                  <a:pt x="134649" y="95466"/>
                  <a:pt x="153158" y="100716"/>
                  <a:pt x="169177" y="111215"/>
                </a:cubicBezTo>
                <a:cubicBezTo>
                  <a:pt x="185197" y="121714"/>
                  <a:pt x="197698" y="136597"/>
                  <a:pt x="206682" y="155863"/>
                </a:cubicBezTo>
                <a:cubicBezTo>
                  <a:pt x="215666" y="175130"/>
                  <a:pt x="220158" y="197860"/>
                  <a:pt x="220158" y="224054"/>
                </a:cubicBezTo>
                <a:cubicBezTo>
                  <a:pt x="220158" y="250464"/>
                  <a:pt x="215666" y="273329"/>
                  <a:pt x="206682" y="292650"/>
                </a:cubicBezTo>
                <a:cubicBezTo>
                  <a:pt x="197698" y="311970"/>
                  <a:pt x="185251" y="326907"/>
                  <a:pt x="169340" y="337461"/>
                </a:cubicBezTo>
                <a:cubicBezTo>
                  <a:pt x="153429" y="348014"/>
                  <a:pt x="135082" y="353291"/>
                  <a:pt x="114300" y="353291"/>
                </a:cubicBezTo>
                <a:cubicBezTo>
                  <a:pt x="98281" y="353291"/>
                  <a:pt x="85455" y="350612"/>
                  <a:pt x="75822" y="345254"/>
                </a:cubicBezTo>
                <a:cubicBezTo>
                  <a:pt x="66188" y="339896"/>
                  <a:pt x="58774" y="333781"/>
                  <a:pt x="53579" y="326907"/>
                </a:cubicBezTo>
                <a:cubicBezTo>
                  <a:pt x="48383" y="320034"/>
                  <a:pt x="44378" y="314325"/>
                  <a:pt x="41564" y="309779"/>
                </a:cubicBezTo>
                <a:lnTo>
                  <a:pt x="38317" y="309779"/>
                </a:lnTo>
                <a:lnTo>
                  <a:pt x="38317" y="441613"/>
                </a:lnTo>
                <a:lnTo>
                  <a:pt x="0" y="441613"/>
                </a:lnTo>
                <a:lnTo>
                  <a:pt x="0" y="98713"/>
                </a:lnTo>
                <a:lnTo>
                  <a:pt x="37018" y="98713"/>
                </a:lnTo>
                <a:lnTo>
                  <a:pt x="37018" y="138329"/>
                </a:lnTo>
                <a:lnTo>
                  <a:pt x="41564" y="138329"/>
                </a:lnTo>
                <a:cubicBezTo>
                  <a:pt x="44378" y="133999"/>
                  <a:pt x="48302" y="128452"/>
                  <a:pt x="53335" y="121687"/>
                </a:cubicBezTo>
                <a:cubicBezTo>
                  <a:pt x="58368" y="114922"/>
                  <a:pt x="65620" y="108861"/>
                  <a:pt x="75091" y="103503"/>
                </a:cubicBezTo>
                <a:cubicBezTo>
                  <a:pt x="84562" y="98145"/>
                  <a:pt x="97415" y="95466"/>
                  <a:pt x="113651" y="95466"/>
                </a:cubicBezTo>
                <a:close/>
                <a:moveTo>
                  <a:pt x="1133259" y="94817"/>
                </a:moveTo>
                <a:cubicBezTo>
                  <a:pt x="1136073" y="94817"/>
                  <a:pt x="1139591" y="94871"/>
                  <a:pt x="1143812" y="94979"/>
                </a:cubicBezTo>
                <a:cubicBezTo>
                  <a:pt x="1148034" y="95087"/>
                  <a:pt x="1151227" y="95250"/>
                  <a:pt x="1153391" y="95466"/>
                </a:cubicBezTo>
                <a:lnTo>
                  <a:pt x="1153391" y="134432"/>
                </a:lnTo>
                <a:cubicBezTo>
                  <a:pt x="1152093" y="134107"/>
                  <a:pt x="1149143" y="133593"/>
                  <a:pt x="1144543" y="132890"/>
                </a:cubicBezTo>
                <a:cubicBezTo>
                  <a:pt x="1139943" y="132186"/>
                  <a:pt x="1135099" y="131834"/>
                  <a:pt x="1130012" y="131834"/>
                </a:cubicBezTo>
                <a:cubicBezTo>
                  <a:pt x="1117889" y="131834"/>
                  <a:pt x="1107092" y="134351"/>
                  <a:pt x="1097621" y="139384"/>
                </a:cubicBezTo>
                <a:cubicBezTo>
                  <a:pt x="1088151" y="144417"/>
                  <a:pt x="1080682" y="151344"/>
                  <a:pt x="1075216" y="160166"/>
                </a:cubicBezTo>
                <a:cubicBezTo>
                  <a:pt x="1069750" y="168987"/>
                  <a:pt x="1067017" y="179026"/>
                  <a:pt x="1067017" y="190283"/>
                </a:cubicBezTo>
                <a:lnTo>
                  <a:pt x="1067017" y="348095"/>
                </a:lnTo>
                <a:lnTo>
                  <a:pt x="1028700" y="348095"/>
                </a:lnTo>
                <a:lnTo>
                  <a:pt x="1028700" y="98713"/>
                </a:lnTo>
                <a:lnTo>
                  <a:pt x="1065718" y="98713"/>
                </a:lnTo>
                <a:lnTo>
                  <a:pt x="1065718" y="136380"/>
                </a:lnTo>
                <a:lnTo>
                  <a:pt x="1068316" y="136380"/>
                </a:lnTo>
                <a:cubicBezTo>
                  <a:pt x="1072862" y="124041"/>
                  <a:pt x="1081088" y="114029"/>
                  <a:pt x="1092994" y="106344"/>
                </a:cubicBezTo>
                <a:cubicBezTo>
                  <a:pt x="1104901" y="98659"/>
                  <a:pt x="1118322" y="94817"/>
                  <a:pt x="1133259" y="94817"/>
                </a:cubicBezTo>
                <a:close/>
                <a:moveTo>
                  <a:pt x="645536" y="38966"/>
                </a:moveTo>
                <a:lnTo>
                  <a:pt x="683852" y="38966"/>
                </a:lnTo>
                <a:lnTo>
                  <a:pt x="683852" y="98713"/>
                </a:lnTo>
                <a:lnTo>
                  <a:pt x="737106" y="98713"/>
                </a:lnTo>
                <a:lnTo>
                  <a:pt x="737106" y="131185"/>
                </a:lnTo>
                <a:lnTo>
                  <a:pt x="683852" y="131185"/>
                </a:lnTo>
                <a:lnTo>
                  <a:pt x="683852" y="276658"/>
                </a:lnTo>
                <a:cubicBezTo>
                  <a:pt x="683852" y="287482"/>
                  <a:pt x="685449" y="295572"/>
                  <a:pt x="688642" y="300930"/>
                </a:cubicBezTo>
                <a:cubicBezTo>
                  <a:pt x="691835" y="306288"/>
                  <a:pt x="695948" y="309860"/>
                  <a:pt x="700981" y="311646"/>
                </a:cubicBezTo>
                <a:cubicBezTo>
                  <a:pt x="706014" y="313432"/>
                  <a:pt x="711345" y="314325"/>
                  <a:pt x="716973" y="314325"/>
                </a:cubicBezTo>
                <a:cubicBezTo>
                  <a:pt x="721195" y="314325"/>
                  <a:pt x="724658" y="314081"/>
                  <a:pt x="727364" y="313594"/>
                </a:cubicBezTo>
                <a:cubicBezTo>
                  <a:pt x="730070" y="313107"/>
                  <a:pt x="732235" y="312701"/>
                  <a:pt x="733858" y="312376"/>
                </a:cubicBezTo>
                <a:lnTo>
                  <a:pt x="741652" y="346796"/>
                </a:lnTo>
                <a:cubicBezTo>
                  <a:pt x="739054" y="347770"/>
                  <a:pt x="735428" y="348772"/>
                  <a:pt x="730774" y="349800"/>
                </a:cubicBezTo>
                <a:cubicBezTo>
                  <a:pt x="726119" y="350828"/>
                  <a:pt x="720220" y="351342"/>
                  <a:pt x="713077" y="351342"/>
                </a:cubicBezTo>
                <a:cubicBezTo>
                  <a:pt x="702253" y="351342"/>
                  <a:pt x="691673" y="349015"/>
                  <a:pt x="681336" y="344361"/>
                </a:cubicBezTo>
                <a:cubicBezTo>
                  <a:pt x="670999" y="339707"/>
                  <a:pt x="662448" y="332617"/>
                  <a:pt x="655683" y="323092"/>
                </a:cubicBezTo>
                <a:cubicBezTo>
                  <a:pt x="648918" y="313567"/>
                  <a:pt x="645536" y="301553"/>
                  <a:pt x="645536" y="287049"/>
                </a:cubicBezTo>
                <a:lnTo>
                  <a:pt x="645536" y="131185"/>
                </a:lnTo>
                <a:lnTo>
                  <a:pt x="607869" y="131185"/>
                </a:lnTo>
                <a:lnTo>
                  <a:pt x="607869" y="98713"/>
                </a:lnTo>
                <a:lnTo>
                  <a:pt x="645536" y="98713"/>
                </a:lnTo>
                <a:close/>
                <a:moveTo>
                  <a:pt x="1853046" y="15586"/>
                </a:moveTo>
                <a:lnTo>
                  <a:pt x="1891362" y="15586"/>
                </a:lnTo>
                <a:lnTo>
                  <a:pt x="1891362" y="138329"/>
                </a:lnTo>
                <a:lnTo>
                  <a:pt x="1894610" y="138329"/>
                </a:lnTo>
                <a:cubicBezTo>
                  <a:pt x="1897424" y="133999"/>
                  <a:pt x="1901347" y="128452"/>
                  <a:pt x="1906380" y="121687"/>
                </a:cubicBezTo>
                <a:cubicBezTo>
                  <a:pt x="1911414" y="114922"/>
                  <a:pt x="1918665" y="108861"/>
                  <a:pt x="1928136" y="103503"/>
                </a:cubicBezTo>
                <a:cubicBezTo>
                  <a:pt x="1937608" y="98145"/>
                  <a:pt x="1950461" y="95466"/>
                  <a:pt x="1966697" y="95466"/>
                </a:cubicBezTo>
                <a:cubicBezTo>
                  <a:pt x="1987695" y="95466"/>
                  <a:pt x="2006204" y="100716"/>
                  <a:pt x="2022223" y="111215"/>
                </a:cubicBezTo>
                <a:cubicBezTo>
                  <a:pt x="2038242" y="121714"/>
                  <a:pt x="2050744" y="136597"/>
                  <a:pt x="2059727" y="155863"/>
                </a:cubicBezTo>
                <a:cubicBezTo>
                  <a:pt x="2068712" y="175130"/>
                  <a:pt x="2073203" y="197860"/>
                  <a:pt x="2073203" y="224054"/>
                </a:cubicBezTo>
                <a:cubicBezTo>
                  <a:pt x="2073203" y="250464"/>
                  <a:pt x="2068712" y="273329"/>
                  <a:pt x="2059727" y="292650"/>
                </a:cubicBezTo>
                <a:cubicBezTo>
                  <a:pt x="2050744" y="311970"/>
                  <a:pt x="2038297" y="326907"/>
                  <a:pt x="2022385" y="337461"/>
                </a:cubicBezTo>
                <a:cubicBezTo>
                  <a:pt x="2006474" y="348014"/>
                  <a:pt x="1988128" y="353291"/>
                  <a:pt x="1967346" y="353291"/>
                </a:cubicBezTo>
                <a:cubicBezTo>
                  <a:pt x="1951327" y="353291"/>
                  <a:pt x="1938500" y="350612"/>
                  <a:pt x="1928867" y="345254"/>
                </a:cubicBezTo>
                <a:cubicBezTo>
                  <a:pt x="1919234" y="339896"/>
                  <a:pt x="1911819" y="333781"/>
                  <a:pt x="1906624" y="326907"/>
                </a:cubicBezTo>
                <a:cubicBezTo>
                  <a:pt x="1901428" y="320034"/>
                  <a:pt x="1897424" y="314325"/>
                  <a:pt x="1894610" y="309779"/>
                </a:cubicBezTo>
                <a:lnTo>
                  <a:pt x="1890063" y="309779"/>
                </a:lnTo>
                <a:lnTo>
                  <a:pt x="1890063" y="348095"/>
                </a:lnTo>
                <a:lnTo>
                  <a:pt x="1853046" y="348095"/>
                </a:lnTo>
                <a:close/>
                <a:moveTo>
                  <a:pt x="2191183" y="5195"/>
                </a:moveTo>
                <a:cubicBezTo>
                  <a:pt x="2198652" y="5195"/>
                  <a:pt x="2205065" y="7739"/>
                  <a:pt x="2210423" y="12826"/>
                </a:cubicBezTo>
                <a:cubicBezTo>
                  <a:pt x="2215781" y="17913"/>
                  <a:pt x="2218460" y="24029"/>
                  <a:pt x="2218460" y="31172"/>
                </a:cubicBezTo>
                <a:cubicBezTo>
                  <a:pt x="2218460" y="38316"/>
                  <a:pt x="2215781" y="44432"/>
                  <a:pt x="2210423" y="49519"/>
                </a:cubicBezTo>
                <a:cubicBezTo>
                  <a:pt x="2205065" y="54606"/>
                  <a:pt x="2198652" y="57150"/>
                  <a:pt x="2191183" y="57150"/>
                </a:cubicBezTo>
                <a:cubicBezTo>
                  <a:pt x="2183715" y="57150"/>
                  <a:pt x="2177302" y="54606"/>
                  <a:pt x="2171944" y="49519"/>
                </a:cubicBezTo>
                <a:cubicBezTo>
                  <a:pt x="2166586" y="44432"/>
                  <a:pt x="2163907" y="38316"/>
                  <a:pt x="2163907" y="31172"/>
                </a:cubicBezTo>
                <a:cubicBezTo>
                  <a:pt x="2163907" y="24029"/>
                  <a:pt x="2166586" y="17913"/>
                  <a:pt x="2171944" y="12826"/>
                </a:cubicBezTo>
                <a:cubicBezTo>
                  <a:pt x="2177302" y="7739"/>
                  <a:pt x="2183715" y="5195"/>
                  <a:pt x="2191183" y="5195"/>
                </a:cubicBezTo>
                <a:close/>
                <a:moveTo>
                  <a:pt x="915699" y="0"/>
                </a:moveTo>
                <a:cubicBezTo>
                  <a:pt x="925116" y="0"/>
                  <a:pt x="932801" y="757"/>
                  <a:pt x="938754" y="2273"/>
                </a:cubicBezTo>
                <a:cubicBezTo>
                  <a:pt x="944707" y="3788"/>
                  <a:pt x="949145" y="5195"/>
                  <a:pt x="952068" y="6494"/>
                </a:cubicBezTo>
                <a:lnTo>
                  <a:pt x="941027" y="39615"/>
                </a:lnTo>
                <a:cubicBezTo>
                  <a:pt x="939079" y="38966"/>
                  <a:pt x="936400" y="38154"/>
                  <a:pt x="932990" y="37180"/>
                </a:cubicBezTo>
                <a:cubicBezTo>
                  <a:pt x="929581" y="36205"/>
                  <a:pt x="925116" y="35718"/>
                  <a:pt x="919596" y="35718"/>
                </a:cubicBezTo>
                <a:cubicBezTo>
                  <a:pt x="906932" y="35718"/>
                  <a:pt x="897813" y="38911"/>
                  <a:pt x="892239" y="45298"/>
                </a:cubicBezTo>
                <a:cubicBezTo>
                  <a:pt x="886664" y="51684"/>
                  <a:pt x="883877" y="61046"/>
                  <a:pt x="883877" y="73385"/>
                </a:cubicBezTo>
                <a:lnTo>
                  <a:pt x="883877" y="98713"/>
                </a:lnTo>
                <a:lnTo>
                  <a:pt x="939728" y="98713"/>
                </a:lnTo>
                <a:lnTo>
                  <a:pt x="939728" y="131185"/>
                </a:lnTo>
                <a:lnTo>
                  <a:pt x="883877" y="131185"/>
                </a:lnTo>
                <a:lnTo>
                  <a:pt x="883877" y="348095"/>
                </a:lnTo>
                <a:lnTo>
                  <a:pt x="845561" y="348095"/>
                </a:lnTo>
                <a:lnTo>
                  <a:pt x="845561" y="131185"/>
                </a:lnTo>
                <a:lnTo>
                  <a:pt x="805296" y="131185"/>
                </a:lnTo>
                <a:lnTo>
                  <a:pt x="805296" y="98713"/>
                </a:lnTo>
                <a:lnTo>
                  <a:pt x="845561" y="98713"/>
                </a:lnTo>
                <a:lnTo>
                  <a:pt x="845561" y="64293"/>
                </a:lnTo>
                <a:cubicBezTo>
                  <a:pt x="845561" y="50006"/>
                  <a:pt x="848916" y="38100"/>
                  <a:pt x="855627" y="28575"/>
                </a:cubicBezTo>
                <a:cubicBezTo>
                  <a:pt x="862338" y="19050"/>
                  <a:pt x="871051" y="11906"/>
                  <a:pt x="881767" y="7143"/>
                </a:cubicBezTo>
                <a:cubicBezTo>
                  <a:pt x="892482" y="2381"/>
                  <a:pt x="903793" y="0"/>
                  <a:pt x="91569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oogle Shape;107;p36">
            <a:extLst>
              <a:ext uri="{FF2B5EF4-FFF2-40B4-BE49-F238E27FC236}">
                <a16:creationId xmlns:a16="http://schemas.microsoft.com/office/drawing/2014/main" id="{C6EAA5F2-3093-2CB1-92E5-B650FD340725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11808517" y="497685"/>
            <a:ext cx="1211367" cy="216000"/>
            <a:chOff x="1303954" y="2265104"/>
            <a:chExt cx="3720560" cy="663416"/>
          </a:xfrm>
        </p:grpSpPr>
        <p:sp>
          <p:nvSpPr>
            <p:cNvPr id="4" name="Google Shape;108;p36">
              <a:extLst>
                <a:ext uri="{FF2B5EF4-FFF2-40B4-BE49-F238E27FC236}">
                  <a16:creationId xmlns:a16="http://schemas.microsoft.com/office/drawing/2014/main" id="{A392B300-E727-B08F-79D5-263DA68EF660}"/>
                </a:ext>
              </a:extLst>
            </p:cNvPr>
            <p:cNvSpPr/>
            <p:nvPr/>
          </p:nvSpPr>
          <p:spPr>
            <a:xfrm>
              <a:off x="1303954" y="2333113"/>
              <a:ext cx="415671" cy="576738"/>
            </a:xfrm>
            <a:custGeom>
              <a:avLst/>
              <a:gdLst/>
              <a:ahLst/>
              <a:cxnLst/>
              <a:rect l="l" t="t" r="r" b="b"/>
              <a:pathLst>
                <a:path w="415671" h="576738" extrusionOk="0">
                  <a:moveTo>
                    <a:pt x="17907" y="576739"/>
                  </a:moveTo>
                  <a:cubicBezTo>
                    <a:pt x="13335" y="576739"/>
                    <a:pt x="9239" y="574643"/>
                    <a:pt x="5525" y="570548"/>
                  </a:cubicBezTo>
                  <a:cubicBezTo>
                    <a:pt x="1905" y="566452"/>
                    <a:pt x="0" y="561308"/>
                    <a:pt x="0" y="555308"/>
                  </a:cubicBezTo>
                  <a:lnTo>
                    <a:pt x="0" y="21431"/>
                  </a:lnTo>
                  <a:cubicBezTo>
                    <a:pt x="0" y="15430"/>
                    <a:pt x="1810" y="10287"/>
                    <a:pt x="5525" y="6191"/>
                  </a:cubicBezTo>
                  <a:cubicBezTo>
                    <a:pt x="9144" y="2095"/>
                    <a:pt x="13335" y="0"/>
                    <a:pt x="17907" y="0"/>
                  </a:cubicBezTo>
                  <a:lnTo>
                    <a:pt x="218123" y="0"/>
                  </a:lnTo>
                  <a:cubicBezTo>
                    <a:pt x="257937" y="0"/>
                    <a:pt x="292513" y="7144"/>
                    <a:pt x="322040" y="21431"/>
                  </a:cubicBezTo>
                  <a:cubicBezTo>
                    <a:pt x="351568" y="35719"/>
                    <a:pt x="374523" y="57436"/>
                    <a:pt x="391001" y="86487"/>
                  </a:cubicBezTo>
                  <a:cubicBezTo>
                    <a:pt x="407480" y="115634"/>
                    <a:pt x="415671" y="152114"/>
                    <a:pt x="415671" y="196024"/>
                  </a:cubicBezTo>
                  <a:cubicBezTo>
                    <a:pt x="415671" y="239935"/>
                    <a:pt x="407480" y="276130"/>
                    <a:pt x="391001" y="304419"/>
                  </a:cubicBezTo>
                  <a:cubicBezTo>
                    <a:pt x="374523" y="332708"/>
                    <a:pt x="351568" y="353473"/>
                    <a:pt x="322040" y="366617"/>
                  </a:cubicBezTo>
                  <a:cubicBezTo>
                    <a:pt x="292513" y="379762"/>
                    <a:pt x="257937" y="386429"/>
                    <a:pt x="218123" y="386429"/>
                  </a:cubicBezTo>
                  <a:lnTo>
                    <a:pt x="152972" y="386429"/>
                  </a:lnTo>
                  <a:lnTo>
                    <a:pt x="152972" y="555308"/>
                  </a:lnTo>
                  <a:cubicBezTo>
                    <a:pt x="152972" y="561404"/>
                    <a:pt x="151257" y="566452"/>
                    <a:pt x="147828" y="570548"/>
                  </a:cubicBezTo>
                  <a:cubicBezTo>
                    <a:pt x="144399" y="574643"/>
                    <a:pt x="140208" y="576739"/>
                    <a:pt x="135160" y="576739"/>
                  </a:cubicBezTo>
                  <a:lnTo>
                    <a:pt x="17907" y="576739"/>
                  </a:lnTo>
                  <a:close/>
                  <a:moveTo>
                    <a:pt x="150305" y="253746"/>
                  </a:moveTo>
                  <a:lnTo>
                    <a:pt x="214789" y="253746"/>
                  </a:lnTo>
                  <a:cubicBezTo>
                    <a:pt x="228029" y="253746"/>
                    <a:pt x="239363" y="248984"/>
                    <a:pt x="248698" y="239363"/>
                  </a:cubicBezTo>
                  <a:cubicBezTo>
                    <a:pt x="258032" y="229743"/>
                    <a:pt x="262795" y="214789"/>
                    <a:pt x="262795" y="194500"/>
                  </a:cubicBezTo>
                  <a:cubicBezTo>
                    <a:pt x="262795" y="178594"/>
                    <a:pt x="259175" y="164402"/>
                    <a:pt x="251841" y="152114"/>
                  </a:cubicBezTo>
                  <a:cubicBezTo>
                    <a:pt x="244507" y="139732"/>
                    <a:pt x="232220" y="133541"/>
                    <a:pt x="214789" y="133541"/>
                  </a:cubicBezTo>
                  <a:lnTo>
                    <a:pt x="150305" y="133541"/>
                  </a:lnTo>
                  <a:lnTo>
                    <a:pt x="150305" y="253841"/>
                  </a:lnTo>
                  <a:close/>
                </a:path>
              </a:pathLst>
            </a:custGeom>
            <a:solidFill>
              <a:srgbClr val="783E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09;p36">
              <a:extLst>
                <a:ext uri="{FF2B5EF4-FFF2-40B4-BE49-F238E27FC236}">
                  <a16:creationId xmlns:a16="http://schemas.microsoft.com/office/drawing/2014/main" id="{9892A83F-2916-6AED-1BD1-2EB6D60C5B38}"/>
                </a:ext>
              </a:extLst>
            </p:cNvPr>
            <p:cNvSpPr/>
            <p:nvPr/>
          </p:nvSpPr>
          <p:spPr>
            <a:xfrm>
              <a:off x="1777823" y="2333113"/>
              <a:ext cx="415670" cy="576738"/>
            </a:xfrm>
            <a:custGeom>
              <a:avLst/>
              <a:gdLst/>
              <a:ahLst/>
              <a:cxnLst/>
              <a:rect l="l" t="t" r="r" b="b"/>
              <a:pathLst>
                <a:path w="415670" h="576738" extrusionOk="0">
                  <a:moveTo>
                    <a:pt x="17907" y="576739"/>
                  </a:moveTo>
                  <a:cubicBezTo>
                    <a:pt x="13335" y="576739"/>
                    <a:pt x="9239" y="574643"/>
                    <a:pt x="5524" y="570548"/>
                  </a:cubicBezTo>
                  <a:cubicBezTo>
                    <a:pt x="1905" y="566452"/>
                    <a:pt x="0" y="561308"/>
                    <a:pt x="0" y="555308"/>
                  </a:cubicBezTo>
                  <a:lnTo>
                    <a:pt x="0" y="21431"/>
                  </a:lnTo>
                  <a:cubicBezTo>
                    <a:pt x="0" y="15430"/>
                    <a:pt x="1810" y="10287"/>
                    <a:pt x="5524" y="6191"/>
                  </a:cubicBezTo>
                  <a:cubicBezTo>
                    <a:pt x="9144" y="2095"/>
                    <a:pt x="13335" y="0"/>
                    <a:pt x="17907" y="0"/>
                  </a:cubicBezTo>
                  <a:lnTo>
                    <a:pt x="218122" y="0"/>
                  </a:lnTo>
                  <a:cubicBezTo>
                    <a:pt x="257937" y="0"/>
                    <a:pt x="292513" y="7144"/>
                    <a:pt x="322040" y="21431"/>
                  </a:cubicBezTo>
                  <a:cubicBezTo>
                    <a:pt x="351568" y="35719"/>
                    <a:pt x="374523" y="57436"/>
                    <a:pt x="391001" y="86487"/>
                  </a:cubicBezTo>
                  <a:cubicBezTo>
                    <a:pt x="407479" y="115634"/>
                    <a:pt x="415671" y="152114"/>
                    <a:pt x="415671" y="196024"/>
                  </a:cubicBezTo>
                  <a:cubicBezTo>
                    <a:pt x="415671" y="239935"/>
                    <a:pt x="407479" y="276130"/>
                    <a:pt x="391001" y="304419"/>
                  </a:cubicBezTo>
                  <a:cubicBezTo>
                    <a:pt x="374523" y="332708"/>
                    <a:pt x="351568" y="353473"/>
                    <a:pt x="322040" y="366617"/>
                  </a:cubicBezTo>
                  <a:cubicBezTo>
                    <a:pt x="292513" y="379762"/>
                    <a:pt x="257937" y="386429"/>
                    <a:pt x="218122" y="386429"/>
                  </a:cubicBezTo>
                  <a:lnTo>
                    <a:pt x="152972" y="386429"/>
                  </a:lnTo>
                  <a:lnTo>
                    <a:pt x="152972" y="555308"/>
                  </a:lnTo>
                  <a:cubicBezTo>
                    <a:pt x="152972" y="561404"/>
                    <a:pt x="151257" y="566452"/>
                    <a:pt x="147828" y="570548"/>
                  </a:cubicBezTo>
                  <a:cubicBezTo>
                    <a:pt x="144399" y="574643"/>
                    <a:pt x="140208" y="576739"/>
                    <a:pt x="135160" y="576739"/>
                  </a:cubicBezTo>
                  <a:lnTo>
                    <a:pt x="17907" y="576739"/>
                  </a:lnTo>
                  <a:close/>
                  <a:moveTo>
                    <a:pt x="150304" y="253746"/>
                  </a:moveTo>
                  <a:lnTo>
                    <a:pt x="214789" y="253746"/>
                  </a:lnTo>
                  <a:cubicBezTo>
                    <a:pt x="228028" y="253746"/>
                    <a:pt x="239363" y="248984"/>
                    <a:pt x="248698" y="239363"/>
                  </a:cubicBezTo>
                  <a:cubicBezTo>
                    <a:pt x="258032" y="229743"/>
                    <a:pt x="262795" y="214789"/>
                    <a:pt x="262795" y="194500"/>
                  </a:cubicBezTo>
                  <a:cubicBezTo>
                    <a:pt x="262795" y="178594"/>
                    <a:pt x="259175" y="164402"/>
                    <a:pt x="251841" y="152114"/>
                  </a:cubicBezTo>
                  <a:cubicBezTo>
                    <a:pt x="244507" y="139732"/>
                    <a:pt x="232220" y="133541"/>
                    <a:pt x="214789" y="133541"/>
                  </a:cubicBezTo>
                  <a:lnTo>
                    <a:pt x="150304" y="133541"/>
                  </a:lnTo>
                  <a:lnTo>
                    <a:pt x="150304" y="253841"/>
                  </a:lnTo>
                  <a:close/>
                </a:path>
              </a:pathLst>
            </a:custGeom>
            <a:solidFill>
              <a:srgbClr val="783E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0;p36">
              <a:extLst>
                <a:ext uri="{FF2B5EF4-FFF2-40B4-BE49-F238E27FC236}">
                  <a16:creationId xmlns:a16="http://schemas.microsoft.com/office/drawing/2014/main" id="{BA437485-7515-92A5-9AB3-E588C331C529}"/>
                </a:ext>
              </a:extLst>
            </p:cNvPr>
            <p:cNvSpPr/>
            <p:nvPr/>
          </p:nvSpPr>
          <p:spPr>
            <a:xfrm>
              <a:off x="2222450" y="2333113"/>
              <a:ext cx="421004" cy="576738"/>
            </a:xfrm>
            <a:custGeom>
              <a:avLst/>
              <a:gdLst/>
              <a:ahLst/>
              <a:cxnLst/>
              <a:rect l="l" t="t" r="r" b="b"/>
              <a:pathLst>
                <a:path w="421004" h="576738" extrusionOk="0">
                  <a:moveTo>
                    <a:pt x="153543" y="576739"/>
                  </a:moveTo>
                  <a:cubicBezTo>
                    <a:pt x="148495" y="576739"/>
                    <a:pt x="144304" y="574643"/>
                    <a:pt x="140875" y="570548"/>
                  </a:cubicBezTo>
                  <a:cubicBezTo>
                    <a:pt x="137446" y="566452"/>
                    <a:pt x="135731" y="561308"/>
                    <a:pt x="135731" y="555308"/>
                  </a:cubicBezTo>
                  <a:lnTo>
                    <a:pt x="135731" y="153257"/>
                  </a:lnTo>
                  <a:lnTo>
                    <a:pt x="17812" y="153257"/>
                  </a:lnTo>
                  <a:cubicBezTo>
                    <a:pt x="12764" y="153257"/>
                    <a:pt x="8573" y="151162"/>
                    <a:pt x="5144" y="147066"/>
                  </a:cubicBezTo>
                  <a:cubicBezTo>
                    <a:pt x="1715" y="142970"/>
                    <a:pt x="0" y="137827"/>
                    <a:pt x="0" y="131826"/>
                  </a:cubicBezTo>
                  <a:lnTo>
                    <a:pt x="0" y="21431"/>
                  </a:lnTo>
                  <a:cubicBezTo>
                    <a:pt x="0" y="15430"/>
                    <a:pt x="1715" y="10287"/>
                    <a:pt x="5144" y="6191"/>
                  </a:cubicBezTo>
                  <a:cubicBezTo>
                    <a:pt x="8573" y="2095"/>
                    <a:pt x="12764" y="0"/>
                    <a:pt x="17812" y="0"/>
                  </a:cubicBezTo>
                  <a:lnTo>
                    <a:pt x="403193" y="0"/>
                  </a:lnTo>
                  <a:cubicBezTo>
                    <a:pt x="408242" y="0"/>
                    <a:pt x="412433" y="2095"/>
                    <a:pt x="415862" y="6191"/>
                  </a:cubicBezTo>
                  <a:cubicBezTo>
                    <a:pt x="419291" y="10287"/>
                    <a:pt x="421005" y="15430"/>
                    <a:pt x="421005" y="21431"/>
                  </a:cubicBezTo>
                  <a:lnTo>
                    <a:pt x="421005" y="131826"/>
                  </a:lnTo>
                  <a:cubicBezTo>
                    <a:pt x="421005" y="137922"/>
                    <a:pt x="419291" y="142970"/>
                    <a:pt x="415862" y="147066"/>
                  </a:cubicBezTo>
                  <a:cubicBezTo>
                    <a:pt x="412433" y="151162"/>
                    <a:pt x="408242" y="153257"/>
                    <a:pt x="403193" y="153257"/>
                  </a:cubicBezTo>
                  <a:lnTo>
                    <a:pt x="285274" y="153257"/>
                  </a:lnTo>
                  <a:lnTo>
                    <a:pt x="285274" y="555308"/>
                  </a:lnTo>
                  <a:cubicBezTo>
                    <a:pt x="285274" y="561404"/>
                    <a:pt x="283559" y="566452"/>
                    <a:pt x="280130" y="570548"/>
                  </a:cubicBezTo>
                  <a:cubicBezTo>
                    <a:pt x="276701" y="574643"/>
                    <a:pt x="272510" y="576739"/>
                    <a:pt x="267462" y="576739"/>
                  </a:cubicBezTo>
                  <a:lnTo>
                    <a:pt x="153638" y="576739"/>
                  </a:lnTo>
                  <a:close/>
                </a:path>
              </a:pathLst>
            </a:custGeom>
            <a:solidFill>
              <a:srgbClr val="783E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1;p36">
              <a:extLst>
                <a:ext uri="{FF2B5EF4-FFF2-40B4-BE49-F238E27FC236}">
                  <a16:creationId xmlns:a16="http://schemas.microsoft.com/office/drawing/2014/main" id="{68BE70C0-729F-861E-6CB3-A4B3273B657E}"/>
                </a:ext>
              </a:extLst>
            </p:cNvPr>
            <p:cNvSpPr/>
            <p:nvPr/>
          </p:nvSpPr>
          <p:spPr>
            <a:xfrm>
              <a:off x="2655837" y="2329112"/>
              <a:ext cx="642556" cy="586168"/>
            </a:xfrm>
            <a:custGeom>
              <a:avLst/>
              <a:gdLst/>
              <a:ahLst/>
              <a:cxnLst/>
              <a:rect l="l" t="t" r="r" b="b"/>
              <a:pathLst>
                <a:path w="642556" h="586168" extrusionOk="0">
                  <a:moveTo>
                    <a:pt x="635318" y="23908"/>
                  </a:moveTo>
                  <a:cubicBezTo>
                    <a:pt x="640080" y="29813"/>
                    <a:pt x="642557" y="37624"/>
                    <a:pt x="642557" y="47244"/>
                  </a:cubicBezTo>
                  <a:cubicBezTo>
                    <a:pt x="642557" y="78772"/>
                    <a:pt x="625602" y="93440"/>
                    <a:pt x="591788" y="91154"/>
                  </a:cubicBezTo>
                  <a:lnTo>
                    <a:pt x="567785" y="89059"/>
                  </a:lnTo>
                  <a:cubicBezTo>
                    <a:pt x="540830" y="86773"/>
                    <a:pt x="513969" y="84963"/>
                    <a:pt x="487204" y="83534"/>
                  </a:cubicBezTo>
                  <a:cubicBezTo>
                    <a:pt x="460438" y="82106"/>
                    <a:pt x="432435" y="81439"/>
                    <a:pt x="403193" y="81439"/>
                  </a:cubicBezTo>
                  <a:lnTo>
                    <a:pt x="372332" y="81439"/>
                  </a:lnTo>
                  <a:cubicBezTo>
                    <a:pt x="366808" y="149066"/>
                    <a:pt x="361093" y="210788"/>
                    <a:pt x="355187" y="266605"/>
                  </a:cubicBezTo>
                  <a:lnTo>
                    <a:pt x="473107" y="264509"/>
                  </a:lnTo>
                  <a:cubicBezTo>
                    <a:pt x="490061" y="264509"/>
                    <a:pt x="501301" y="267462"/>
                    <a:pt x="507016" y="273463"/>
                  </a:cubicBezTo>
                  <a:cubicBezTo>
                    <a:pt x="512731" y="279368"/>
                    <a:pt x="515588" y="287369"/>
                    <a:pt x="515588" y="297466"/>
                  </a:cubicBezTo>
                  <a:cubicBezTo>
                    <a:pt x="515588" y="312992"/>
                    <a:pt x="511016" y="325279"/>
                    <a:pt x="501872" y="334137"/>
                  </a:cubicBezTo>
                  <a:cubicBezTo>
                    <a:pt x="492728" y="343091"/>
                    <a:pt x="479679" y="347472"/>
                    <a:pt x="462820" y="347472"/>
                  </a:cubicBezTo>
                  <a:lnTo>
                    <a:pt x="345567" y="347472"/>
                  </a:lnTo>
                  <a:lnTo>
                    <a:pt x="341471" y="377000"/>
                  </a:lnTo>
                  <a:cubicBezTo>
                    <a:pt x="331851" y="452438"/>
                    <a:pt x="311372" y="506159"/>
                    <a:pt x="280130" y="538163"/>
                  </a:cubicBezTo>
                  <a:cubicBezTo>
                    <a:pt x="248793" y="570167"/>
                    <a:pt x="205740" y="586169"/>
                    <a:pt x="150876" y="586169"/>
                  </a:cubicBezTo>
                  <a:cubicBezTo>
                    <a:pt x="119825" y="586169"/>
                    <a:pt x="91250" y="579406"/>
                    <a:pt x="65151" y="565976"/>
                  </a:cubicBezTo>
                  <a:cubicBezTo>
                    <a:pt x="39053" y="552450"/>
                    <a:pt x="19907" y="536162"/>
                    <a:pt x="7525" y="516922"/>
                  </a:cubicBezTo>
                  <a:cubicBezTo>
                    <a:pt x="2476" y="509111"/>
                    <a:pt x="0" y="499777"/>
                    <a:pt x="0" y="488823"/>
                  </a:cubicBezTo>
                  <a:cubicBezTo>
                    <a:pt x="0" y="477869"/>
                    <a:pt x="2667" y="468249"/>
                    <a:pt x="7906" y="460057"/>
                  </a:cubicBezTo>
                  <a:cubicBezTo>
                    <a:pt x="13145" y="451866"/>
                    <a:pt x="19717" y="447675"/>
                    <a:pt x="27432" y="447675"/>
                  </a:cubicBezTo>
                  <a:cubicBezTo>
                    <a:pt x="32957" y="447675"/>
                    <a:pt x="38291" y="449485"/>
                    <a:pt x="43529" y="453200"/>
                  </a:cubicBezTo>
                  <a:cubicBezTo>
                    <a:pt x="48768" y="456819"/>
                    <a:pt x="55531" y="463963"/>
                    <a:pt x="63722" y="474440"/>
                  </a:cubicBezTo>
                  <a:cubicBezTo>
                    <a:pt x="85630" y="503206"/>
                    <a:pt x="112871" y="517684"/>
                    <a:pt x="145351" y="517684"/>
                  </a:cubicBezTo>
                  <a:cubicBezTo>
                    <a:pt x="171450" y="517684"/>
                    <a:pt x="193262" y="507016"/>
                    <a:pt x="210884" y="485775"/>
                  </a:cubicBezTo>
                  <a:cubicBezTo>
                    <a:pt x="228505" y="464534"/>
                    <a:pt x="239840" y="431006"/>
                    <a:pt x="244792" y="385286"/>
                  </a:cubicBezTo>
                  <a:lnTo>
                    <a:pt x="248888" y="347567"/>
                  </a:lnTo>
                  <a:lnTo>
                    <a:pt x="215932" y="347567"/>
                  </a:lnTo>
                  <a:cubicBezTo>
                    <a:pt x="205454" y="347567"/>
                    <a:pt x="196405" y="344615"/>
                    <a:pt x="188881" y="338614"/>
                  </a:cubicBezTo>
                  <a:cubicBezTo>
                    <a:pt x="181356" y="332708"/>
                    <a:pt x="177546" y="324231"/>
                    <a:pt x="177546" y="313277"/>
                  </a:cubicBezTo>
                  <a:cubicBezTo>
                    <a:pt x="177546" y="299085"/>
                    <a:pt x="181166" y="288227"/>
                    <a:pt x="188500" y="280702"/>
                  </a:cubicBezTo>
                  <a:cubicBezTo>
                    <a:pt x="195834" y="273177"/>
                    <a:pt x="206597" y="269367"/>
                    <a:pt x="220694" y="269367"/>
                  </a:cubicBezTo>
                  <a:cubicBezTo>
                    <a:pt x="233458" y="269367"/>
                    <a:pt x="246031" y="269177"/>
                    <a:pt x="258413" y="268700"/>
                  </a:cubicBezTo>
                  <a:cubicBezTo>
                    <a:pt x="263938" y="218408"/>
                    <a:pt x="269843" y="157353"/>
                    <a:pt x="276225" y="85630"/>
                  </a:cubicBezTo>
                  <a:cubicBezTo>
                    <a:pt x="226886" y="90202"/>
                    <a:pt x="192119" y="98203"/>
                    <a:pt x="172021" y="109633"/>
                  </a:cubicBezTo>
                  <a:cubicBezTo>
                    <a:pt x="151924" y="121063"/>
                    <a:pt x="141827" y="138017"/>
                    <a:pt x="141827" y="160401"/>
                  </a:cubicBezTo>
                  <a:cubicBezTo>
                    <a:pt x="141827" y="175927"/>
                    <a:pt x="146399" y="190786"/>
                    <a:pt x="155543" y="204978"/>
                  </a:cubicBezTo>
                  <a:cubicBezTo>
                    <a:pt x="158305" y="209074"/>
                    <a:pt x="159639" y="213170"/>
                    <a:pt x="159639" y="217361"/>
                  </a:cubicBezTo>
                  <a:cubicBezTo>
                    <a:pt x="159639" y="225552"/>
                    <a:pt x="155067" y="232791"/>
                    <a:pt x="145923" y="238982"/>
                  </a:cubicBezTo>
                  <a:cubicBezTo>
                    <a:pt x="136779" y="245174"/>
                    <a:pt x="126492" y="248222"/>
                    <a:pt x="115062" y="248222"/>
                  </a:cubicBezTo>
                  <a:cubicBezTo>
                    <a:pt x="102679" y="248222"/>
                    <a:pt x="92202" y="244602"/>
                    <a:pt x="83534" y="237268"/>
                  </a:cubicBezTo>
                  <a:cubicBezTo>
                    <a:pt x="78010" y="232696"/>
                    <a:pt x="72771" y="223361"/>
                    <a:pt x="67723" y="209169"/>
                  </a:cubicBezTo>
                  <a:cubicBezTo>
                    <a:pt x="62675" y="194977"/>
                    <a:pt x="60198" y="179261"/>
                    <a:pt x="60198" y="161830"/>
                  </a:cubicBezTo>
                  <a:cubicBezTo>
                    <a:pt x="60198" y="105156"/>
                    <a:pt x="89345" y="64008"/>
                    <a:pt x="147638" y="38386"/>
                  </a:cubicBezTo>
                  <a:cubicBezTo>
                    <a:pt x="205930" y="12764"/>
                    <a:pt x="291084" y="0"/>
                    <a:pt x="403098" y="0"/>
                  </a:cubicBezTo>
                  <a:cubicBezTo>
                    <a:pt x="480822" y="0"/>
                    <a:pt x="549402" y="4096"/>
                    <a:pt x="608838" y="12383"/>
                  </a:cubicBezTo>
                  <a:cubicBezTo>
                    <a:pt x="621601" y="14192"/>
                    <a:pt x="630460" y="18097"/>
                    <a:pt x="635222" y="2400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2;p36">
              <a:extLst>
                <a:ext uri="{FF2B5EF4-FFF2-40B4-BE49-F238E27FC236}">
                  <a16:creationId xmlns:a16="http://schemas.microsoft.com/office/drawing/2014/main" id="{1C02EB9D-481C-2FD8-47F6-CA19248B10A9}"/>
                </a:ext>
              </a:extLst>
            </p:cNvPr>
            <p:cNvSpPr/>
            <p:nvPr/>
          </p:nvSpPr>
          <p:spPr>
            <a:xfrm>
              <a:off x="3178950" y="2590288"/>
              <a:ext cx="374427" cy="323088"/>
            </a:xfrm>
            <a:custGeom>
              <a:avLst/>
              <a:gdLst/>
              <a:ahLst/>
              <a:cxnLst/>
              <a:rect l="l" t="t" r="r" b="b"/>
              <a:pathLst>
                <a:path w="374427" h="323088" extrusionOk="0">
                  <a:moveTo>
                    <a:pt x="10668" y="295561"/>
                  </a:moveTo>
                  <a:cubicBezTo>
                    <a:pt x="3620" y="277273"/>
                    <a:pt x="0" y="248031"/>
                    <a:pt x="0" y="207740"/>
                  </a:cubicBezTo>
                  <a:cubicBezTo>
                    <a:pt x="0" y="148304"/>
                    <a:pt x="8477" y="91821"/>
                    <a:pt x="25337" y="38386"/>
                  </a:cubicBezTo>
                  <a:cubicBezTo>
                    <a:pt x="29432" y="25146"/>
                    <a:pt x="36195" y="15430"/>
                    <a:pt x="45529" y="9239"/>
                  </a:cubicBezTo>
                  <a:cubicBezTo>
                    <a:pt x="54864" y="3048"/>
                    <a:pt x="68008" y="0"/>
                    <a:pt x="84963" y="0"/>
                  </a:cubicBezTo>
                  <a:cubicBezTo>
                    <a:pt x="94107" y="0"/>
                    <a:pt x="100489" y="1143"/>
                    <a:pt x="104204" y="3429"/>
                  </a:cubicBezTo>
                  <a:cubicBezTo>
                    <a:pt x="107823" y="5715"/>
                    <a:pt x="109728" y="10096"/>
                    <a:pt x="109728" y="16478"/>
                  </a:cubicBezTo>
                  <a:cubicBezTo>
                    <a:pt x="109728" y="23813"/>
                    <a:pt x="106299" y="40291"/>
                    <a:pt x="99441" y="65818"/>
                  </a:cubicBezTo>
                  <a:cubicBezTo>
                    <a:pt x="94869" y="84106"/>
                    <a:pt x="91250" y="100108"/>
                    <a:pt x="88487" y="113824"/>
                  </a:cubicBezTo>
                  <a:cubicBezTo>
                    <a:pt x="85725" y="127540"/>
                    <a:pt x="83439" y="144494"/>
                    <a:pt x="81629" y="164592"/>
                  </a:cubicBezTo>
                  <a:cubicBezTo>
                    <a:pt x="96679" y="125254"/>
                    <a:pt x="113633" y="93250"/>
                    <a:pt x="132398" y="68580"/>
                  </a:cubicBezTo>
                  <a:cubicBezTo>
                    <a:pt x="151162" y="43910"/>
                    <a:pt x="169545" y="26289"/>
                    <a:pt x="187642" y="15811"/>
                  </a:cubicBezTo>
                  <a:cubicBezTo>
                    <a:pt x="205740" y="5334"/>
                    <a:pt x="222313" y="0"/>
                    <a:pt x="237363" y="0"/>
                  </a:cubicBezTo>
                  <a:cubicBezTo>
                    <a:pt x="267081" y="0"/>
                    <a:pt x="281940" y="14859"/>
                    <a:pt x="281940" y="44577"/>
                  </a:cubicBezTo>
                  <a:cubicBezTo>
                    <a:pt x="281940" y="50482"/>
                    <a:pt x="279845" y="64960"/>
                    <a:pt x="275749" y="87820"/>
                  </a:cubicBezTo>
                  <a:cubicBezTo>
                    <a:pt x="272129" y="106108"/>
                    <a:pt x="270224" y="117539"/>
                    <a:pt x="270224" y="122111"/>
                  </a:cubicBezTo>
                  <a:cubicBezTo>
                    <a:pt x="270224" y="138113"/>
                    <a:pt x="275939" y="146114"/>
                    <a:pt x="287369" y="146114"/>
                  </a:cubicBezTo>
                  <a:cubicBezTo>
                    <a:pt x="300133" y="146114"/>
                    <a:pt x="316611" y="136017"/>
                    <a:pt x="336709" y="115919"/>
                  </a:cubicBezTo>
                  <a:cubicBezTo>
                    <a:pt x="342614" y="110014"/>
                    <a:pt x="348806" y="106966"/>
                    <a:pt x="355187" y="106966"/>
                  </a:cubicBezTo>
                  <a:cubicBezTo>
                    <a:pt x="361093" y="106966"/>
                    <a:pt x="365855" y="109633"/>
                    <a:pt x="369284" y="114871"/>
                  </a:cubicBezTo>
                  <a:cubicBezTo>
                    <a:pt x="372713" y="120110"/>
                    <a:pt x="374428" y="127159"/>
                    <a:pt x="374428" y="135826"/>
                  </a:cubicBezTo>
                  <a:cubicBezTo>
                    <a:pt x="374428" y="152781"/>
                    <a:pt x="369856" y="166021"/>
                    <a:pt x="360712" y="175641"/>
                  </a:cubicBezTo>
                  <a:cubicBezTo>
                    <a:pt x="347948" y="188881"/>
                    <a:pt x="332899" y="200216"/>
                    <a:pt x="315754" y="209550"/>
                  </a:cubicBezTo>
                  <a:cubicBezTo>
                    <a:pt x="298609" y="218885"/>
                    <a:pt x="280416" y="223647"/>
                    <a:pt x="261271" y="223647"/>
                  </a:cubicBezTo>
                  <a:cubicBezTo>
                    <a:pt x="237077" y="223647"/>
                    <a:pt x="218599" y="217456"/>
                    <a:pt x="206026" y="205168"/>
                  </a:cubicBezTo>
                  <a:cubicBezTo>
                    <a:pt x="193453" y="192786"/>
                    <a:pt x="187166" y="176117"/>
                    <a:pt x="187166" y="155067"/>
                  </a:cubicBezTo>
                  <a:cubicBezTo>
                    <a:pt x="187166" y="148209"/>
                    <a:pt x="187833" y="141351"/>
                    <a:pt x="189262" y="134493"/>
                  </a:cubicBezTo>
                  <a:cubicBezTo>
                    <a:pt x="190214" y="125349"/>
                    <a:pt x="190595" y="119158"/>
                    <a:pt x="190595" y="116015"/>
                  </a:cubicBezTo>
                  <a:cubicBezTo>
                    <a:pt x="190595" y="108680"/>
                    <a:pt x="188119" y="105061"/>
                    <a:pt x="183071" y="105061"/>
                  </a:cubicBezTo>
                  <a:cubicBezTo>
                    <a:pt x="176213" y="105061"/>
                    <a:pt x="167164" y="112681"/>
                    <a:pt x="156020" y="128016"/>
                  </a:cubicBezTo>
                  <a:cubicBezTo>
                    <a:pt x="144780" y="143351"/>
                    <a:pt x="133731" y="163544"/>
                    <a:pt x="122777" y="188690"/>
                  </a:cubicBezTo>
                  <a:cubicBezTo>
                    <a:pt x="111824" y="213836"/>
                    <a:pt x="102870" y="240316"/>
                    <a:pt x="96012" y="268224"/>
                  </a:cubicBezTo>
                  <a:cubicBezTo>
                    <a:pt x="90964" y="289751"/>
                    <a:pt x="85154" y="304229"/>
                    <a:pt x="78486" y="311753"/>
                  </a:cubicBezTo>
                  <a:cubicBezTo>
                    <a:pt x="71819" y="319278"/>
                    <a:pt x="61436" y="323088"/>
                    <a:pt x="47244" y="323088"/>
                  </a:cubicBezTo>
                  <a:cubicBezTo>
                    <a:pt x="29908" y="323088"/>
                    <a:pt x="17621" y="313944"/>
                    <a:pt x="10573" y="29565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13;p36">
              <a:extLst>
                <a:ext uri="{FF2B5EF4-FFF2-40B4-BE49-F238E27FC236}">
                  <a16:creationId xmlns:a16="http://schemas.microsoft.com/office/drawing/2014/main" id="{32CF37FA-E5B3-2604-CECA-F41C80A6A3D7}"/>
                </a:ext>
              </a:extLst>
            </p:cNvPr>
            <p:cNvSpPr/>
            <p:nvPr/>
          </p:nvSpPr>
          <p:spPr>
            <a:xfrm>
              <a:off x="3479369" y="2590478"/>
              <a:ext cx="335375" cy="322897"/>
            </a:xfrm>
            <a:custGeom>
              <a:avLst/>
              <a:gdLst/>
              <a:ahLst/>
              <a:cxnLst/>
              <a:rect l="l" t="t" r="r" b="b"/>
              <a:pathLst>
                <a:path w="335375" h="322897" extrusionOk="0">
                  <a:moveTo>
                    <a:pt x="330232" y="174689"/>
                  </a:moveTo>
                  <a:cubicBezTo>
                    <a:pt x="333661" y="180213"/>
                    <a:pt x="335375" y="187738"/>
                    <a:pt x="335375" y="197358"/>
                  </a:cubicBezTo>
                  <a:cubicBezTo>
                    <a:pt x="335375" y="215646"/>
                    <a:pt x="330994" y="229838"/>
                    <a:pt x="322326" y="239840"/>
                  </a:cubicBezTo>
                  <a:cubicBezTo>
                    <a:pt x="305371" y="260414"/>
                    <a:pt x="281559" y="279368"/>
                    <a:pt x="250698" y="296799"/>
                  </a:cubicBezTo>
                  <a:cubicBezTo>
                    <a:pt x="219837" y="314134"/>
                    <a:pt x="186785" y="322898"/>
                    <a:pt x="151638" y="322898"/>
                  </a:cubicBezTo>
                  <a:cubicBezTo>
                    <a:pt x="103632" y="322898"/>
                    <a:pt x="66389" y="309848"/>
                    <a:pt x="39814" y="283845"/>
                  </a:cubicBezTo>
                  <a:cubicBezTo>
                    <a:pt x="13335" y="257746"/>
                    <a:pt x="0" y="222123"/>
                    <a:pt x="0" y="176879"/>
                  </a:cubicBezTo>
                  <a:cubicBezTo>
                    <a:pt x="0" y="145351"/>
                    <a:pt x="6667" y="115919"/>
                    <a:pt x="19907" y="88773"/>
                  </a:cubicBezTo>
                  <a:cubicBezTo>
                    <a:pt x="33147" y="61627"/>
                    <a:pt x="51530" y="40005"/>
                    <a:pt x="75152" y="24003"/>
                  </a:cubicBezTo>
                  <a:cubicBezTo>
                    <a:pt x="98679" y="8001"/>
                    <a:pt x="125349" y="0"/>
                    <a:pt x="155067" y="0"/>
                  </a:cubicBezTo>
                  <a:cubicBezTo>
                    <a:pt x="181546" y="0"/>
                    <a:pt x="202882" y="7906"/>
                    <a:pt x="218884" y="23622"/>
                  </a:cubicBezTo>
                  <a:cubicBezTo>
                    <a:pt x="234886" y="39433"/>
                    <a:pt x="242888" y="60769"/>
                    <a:pt x="242888" y="87725"/>
                  </a:cubicBezTo>
                  <a:cubicBezTo>
                    <a:pt x="242888" y="119253"/>
                    <a:pt x="231553" y="146399"/>
                    <a:pt x="208979" y="168973"/>
                  </a:cubicBezTo>
                  <a:cubicBezTo>
                    <a:pt x="186404" y="191548"/>
                    <a:pt x="148018" y="209550"/>
                    <a:pt x="94107" y="222790"/>
                  </a:cubicBezTo>
                  <a:cubicBezTo>
                    <a:pt x="105537" y="243840"/>
                    <a:pt x="127254" y="254317"/>
                    <a:pt x="159258" y="254317"/>
                  </a:cubicBezTo>
                  <a:cubicBezTo>
                    <a:pt x="179832" y="254317"/>
                    <a:pt x="203263" y="247078"/>
                    <a:pt x="229552" y="232696"/>
                  </a:cubicBezTo>
                  <a:cubicBezTo>
                    <a:pt x="255842" y="218313"/>
                    <a:pt x="278606" y="199453"/>
                    <a:pt x="297752" y="176117"/>
                  </a:cubicBezTo>
                  <a:cubicBezTo>
                    <a:pt x="303276" y="169736"/>
                    <a:pt x="309372" y="166497"/>
                    <a:pt x="316230" y="166497"/>
                  </a:cubicBezTo>
                  <a:cubicBezTo>
                    <a:pt x="322136" y="166497"/>
                    <a:pt x="326898" y="169259"/>
                    <a:pt x="330327" y="174689"/>
                  </a:cubicBezTo>
                  <a:close/>
                  <a:moveTo>
                    <a:pt x="100489" y="96488"/>
                  </a:moveTo>
                  <a:cubicBezTo>
                    <a:pt x="88868" y="116110"/>
                    <a:pt x="82963" y="139922"/>
                    <a:pt x="82963" y="167830"/>
                  </a:cubicBezTo>
                  <a:lnTo>
                    <a:pt x="82963" y="169164"/>
                  </a:lnTo>
                  <a:cubicBezTo>
                    <a:pt x="109918" y="162782"/>
                    <a:pt x="131159" y="153162"/>
                    <a:pt x="146780" y="140398"/>
                  </a:cubicBezTo>
                  <a:cubicBezTo>
                    <a:pt x="162306" y="127635"/>
                    <a:pt x="170117" y="112776"/>
                    <a:pt x="170117" y="95821"/>
                  </a:cubicBezTo>
                  <a:cubicBezTo>
                    <a:pt x="170117" y="87154"/>
                    <a:pt x="167735" y="80200"/>
                    <a:pt x="162877" y="74866"/>
                  </a:cubicBezTo>
                  <a:cubicBezTo>
                    <a:pt x="158115" y="69628"/>
                    <a:pt x="151543" y="66961"/>
                    <a:pt x="143351" y="66961"/>
                  </a:cubicBezTo>
                  <a:cubicBezTo>
                    <a:pt x="126397" y="66961"/>
                    <a:pt x="112109" y="76771"/>
                    <a:pt x="100489" y="964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14;p36">
              <a:extLst>
                <a:ext uri="{FF2B5EF4-FFF2-40B4-BE49-F238E27FC236}">
                  <a16:creationId xmlns:a16="http://schemas.microsoft.com/office/drawing/2014/main" id="{9D8CEC78-F564-7B61-C39A-8DF60C09D88F}"/>
                </a:ext>
              </a:extLst>
            </p:cNvPr>
            <p:cNvSpPr/>
            <p:nvPr/>
          </p:nvSpPr>
          <p:spPr>
            <a:xfrm>
              <a:off x="3748831" y="2590478"/>
              <a:ext cx="335375" cy="322897"/>
            </a:xfrm>
            <a:custGeom>
              <a:avLst/>
              <a:gdLst/>
              <a:ahLst/>
              <a:cxnLst/>
              <a:rect l="l" t="t" r="r" b="b"/>
              <a:pathLst>
                <a:path w="335375" h="322897" extrusionOk="0">
                  <a:moveTo>
                    <a:pt x="330232" y="174689"/>
                  </a:moveTo>
                  <a:cubicBezTo>
                    <a:pt x="333661" y="180213"/>
                    <a:pt x="335375" y="187738"/>
                    <a:pt x="335375" y="197358"/>
                  </a:cubicBezTo>
                  <a:cubicBezTo>
                    <a:pt x="335375" y="215646"/>
                    <a:pt x="330994" y="229838"/>
                    <a:pt x="322326" y="239840"/>
                  </a:cubicBezTo>
                  <a:cubicBezTo>
                    <a:pt x="305371" y="260414"/>
                    <a:pt x="281559" y="279368"/>
                    <a:pt x="250698" y="296799"/>
                  </a:cubicBezTo>
                  <a:cubicBezTo>
                    <a:pt x="219837" y="314134"/>
                    <a:pt x="186785" y="322898"/>
                    <a:pt x="151638" y="322898"/>
                  </a:cubicBezTo>
                  <a:cubicBezTo>
                    <a:pt x="103632" y="322898"/>
                    <a:pt x="66389" y="309848"/>
                    <a:pt x="39814" y="283845"/>
                  </a:cubicBezTo>
                  <a:cubicBezTo>
                    <a:pt x="13335" y="257746"/>
                    <a:pt x="0" y="222123"/>
                    <a:pt x="0" y="176879"/>
                  </a:cubicBezTo>
                  <a:cubicBezTo>
                    <a:pt x="0" y="145351"/>
                    <a:pt x="6667" y="115919"/>
                    <a:pt x="19907" y="88773"/>
                  </a:cubicBezTo>
                  <a:cubicBezTo>
                    <a:pt x="33147" y="61627"/>
                    <a:pt x="51530" y="40005"/>
                    <a:pt x="75152" y="24003"/>
                  </a:cubicBezTo>
                  <a:cubicBezTo>
                    <a:pt x="98679" y="8001"/>
                    <a:pt x="125349" y="0"/>
                    <a:pt x="155067" y="0"/>
                  </a:cubicBezTo>
                  <a:cubicBezTo>
                    <a:pt x="181546" y="0"/>
                    <a:pt x="202787" y="7906"/>
                    <a:pt x="218884" y="23622"/>
                  </a:cubicBezTo>
                  <a:cubicBezTo>
                    <a:pt x="234886" y="39433"/>
                    <a:pt x="242888" y="60769"/>
                    <a:pt x="242888" y="87725"/>
                  </a:cubicBezTo>
                  <a:cubicBezTo>
                    <a:pt x="242888" y="119253"/>
                    <a:pt x="231553" y="146399"/>
                    <a:pt x="208978" y="168973"/>
                  </a:cubicBezTo>
                  <a:cubicBezTo>
                    <a:pt x="186404" y="191548"/>
                    <a:pt x="148018" y="209550"/>
                    <a:pt x="94107" y="222790"/>
                  </a:cubicBezTo>
                  <a:cubicBezTo>
                    <a:pt x="105537" y="243840"/>
                    <a:pt x="127254" y="254317"/>
                    <a:pt x="159258" y="254317"/>
                  </a:cubicBezTo>
                  <a:cubicBezTo>
                    <a:pt x="179832" y="254317"/>
                    <a:pt x="203263" y="247078"/>
                    <a:pt x="229552" y="232696"/>
                  </a:cubicBezTo>
                  <a:cubicBezTo>
                    <a:pt x="255841" y="218313"/>
                    <a:pt x="278606" y="199453"/>
                    <a:pt x="297751" y="176117"/>
                  </a:cubicBezTo>
                  <a:cubicBezTo>
                    <a:pt x="303276" y="169736"/>
                    <a:pt x="309372" y="166497"/>
                    <a:pt x="316230" y="166497"/>
                  </a:cubicBezTo>
                  <a:cubicBezTo>
                    <a:pt x="322135" y="166497"/>
                    <a:pt x="326898" y="169259"/>
                    <a:pt x="330327" y="174689"/>
                  </a:cubicBezTo>
                  <a:close/>
                  <a:moveTo>
                    <a:pt x="100489" y="96488"/>
                  </a:moveTo>
                  <a:cubicBezTo>
                    <a:pt x="88868" y="116110"/>
                    <a:pt x="82963" y="139922"/>
                    <a:pt x="82963" y="167830"/>
                  </a:cubicBezTo>
                  <a:lnTo>
                    <a:pt x="82963" y="169164"/>
                  </a:lnTo>
                  <a:cubicBezTo>
                    <a:pt x="109918" y="162782"/>
                    <a:pt x="131159" y="153162"/>
                    <a:pt x="146780" y="140398"/>
                  </a:cubicBezTo>
                  <a:cubicBezTo>
                    <a:pt x="162306" y="127635"/>
                    <a:pt x="170116" y="112776"/>
                    <a:pt x="170116" y="95821"/>
                  </a:cubicBezTo>
                  <a:cubicBezTo>
                    <a:pt x="170116" y="87154"/>
                    <a:pt x="167735" y="80200"/>
                    <a:pt x="162877" y="74866"/>
                  </a:cubicBezTo>
                  <a:cubicBezTo>
                    <a:pt x="158115" y="69628"/>
                    <a:pt x="151543" y="66961"/>
                    <a:pt x="143351" y="66961"/>
                  </a:cubicBezTo>
                  <a:cubicBezTo>
                    <a:pt x="126397" y="66961"/>
                    <a:pt x="112109" y="76771"/>
                    <a:pt x="100489" y="964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5;p36">
              <a:extLst>
                <a:ext uri="{FF2B5EF4-FFF2-40B4-BE49-F238E27FC236}">
                  <a16:creationId xmlns:a16="http://schemas.microsoft.com/office/drawing/2014/main" id="{1A752C03-781E-6D7C-A989-BCC3C755DC08}"/>
                </a:ext>
              </a:extLst>
            </p:cNvPr>
            <p:cNvSpPr/>
            <p:nvPr/>
          </p:nvSpPr>
          <p:spPr>
            <a:xfrm>
              <a:off x="4033629" y="2265104"/>
              <a:ext cx="378428" cy="648176"/>
            </a:xfrm>
            <a:custGeom>
              <a:avLst/>
              <a:gdLst/>
              <a:ahLst/>
              <a:cxnLst/>
              <a:rect l="l" t="t" r="r" b="b"/>
              <a:pathLst>
                <a:path w="378428" h="648176" extrusionOk="0">
                  <a:moveTo>
                    <a:pt x="373666" y="443103"/>
                  </a:moveTo>
                  <a:cubicBezTo>
                    <a:pt x="376809" y="449009"/>
                    <a:pt x="378428" y="456629"/>
                    <a:pt x="378428" y="465773"/>
                  </a:cubicBezTo>
                  <a:cubicBezTo>
                    <a:pt x="378428" y="477203"/>
                    <a:pt x="376809" y="485965"/>
                    <a:pt x="373666" y="492157"/>
                  </a:cubicBezTo>
                  <a:cubicBezTo>
                    <a:pt x="370427" y="498348"/>
                    <a:pt x="365474" y="502539"/>
                    <a:pt x="358616" y="504825"/>
                  </a:cubicBezTo>
                  <a:cubicBezTo>
                    <a:pt x="331184" y="514445"/>
                    <a:pt x="300990" y="519875"/>
                    <a:pt x="268129" y="521303"/>
                  </a:cubicBezTo>
                  <a:cubicBezTo>
                    <a:pt x="258985" y="559213"/>
                    <a:pt x="241745" y="589883"/>
                    <a:pt x="216313" y="613220"/>
                  </a:cubicBezTo>
                  <a:cubicBezTo>
                    <a:pt x="190976" y="636556"/>
                    <a:pt x="162973" y="648176"/>
                    <a:pt x="132302" y="648176"/>
                  </a:cubicBezTo>
                  <a:cubicBezTo>
                    <a:pt x="86106" y="648176"/>
                    <a:pt x="52483" y="630555"/>
                    <a:pt x="31528" y="595408"/>
                  </a:cubicBezTo>
                  <a:cubicBezTo>
                    <a:pt x="10478" y="560165"/>
                    <a:pt x="0" y="509207"/>
                    <a:pt x="0" y="442436"/>
                  </a:cubicBezTo>
                  <a:cubicBezTo>
                    <a:pt x="0" y="383477"/>
                    <a:pt x="7334" y="319373"/>
                    <a:pt x="21907" y="250031"/>
                  </a:cubicBezTo>
                  <a:cubicBezTo>
                    <a:pt x="36576" y="180785"/>
                    <a:pt x="57912" y="121825"/>
                    <a:pt x="86011" y="73057"/>
                  </a:cubicBezTo>
                  <a:cubicBezTo>
                    <a:pt x="114109" y="24384"/>
                    <a:pt x="147638" y="0"/>
                    <a:pt x="186499" y="0"/>
                  </a:cubicBezTo>
                  <a:cubicBezTo>
                    <a:pt x="207550" y="0"/>
                    <a:pt x="224409" y="9049"/>
                    <a:pt x="237268" y="27051"/>
                  </a:cubicBezTo>
                  <a:cubicBezTo>
                    <a:pt x="250031" y="45149"/>
                    <a:pt x="256508" y="68580"/>
                    <a:pt x="256508" y="97346"/>
                  </a:cubicBezTo>
                  <a:cubicBezTo>
                    <a:pt x="256508" y="134874"/>
                    <a:pt x="249364" y="172117"/>
                    <a:pt x="235267" y="209169"/>
                  </a:cubicBezTo>
                  <a:cubicBezTo>
                    <a:pt x="221075" y="246221"/>
                    <a:pt x="197548" y="285083"/>
                    <a:pt x="164592" y="325755"/>
                  </a:cubicBezTo>
                  <a:cubicBezTo>
                    <a:pt x="195167" y="328041"/>
                    <a:pt x="220123" y="340709"/>
                    <a:pt x="239363" y="363855"/>
                  </a:cubicBezTo>
                  <a:cubicBezTo>
                    <a:pt x="258604" y="386906"/>
                    <a:pt x="269938" y="415385"/>
                    <a:pt x="273653" y="449199"/>
                  </a:cubicBezTo>
                  <a:cubicBezTo>
                    <a:pt x="295180" y="447865"/>
                    <a:pt x="320707" y="443294"/>
                    <a:pt x="350425" y="435483"/>
                  </a:cubicBezTo>
                  <a:cubicBezTo>
                    <a:pt x="353187" y="434531"/>
                    <a:pt x="356330" y="434150"/>
                    <a:pt x="360045" y="434150"/>
                  </a:cubicBezTo>
                  <a:cubicBezTo>
                    <a:pt x="365950" y="434150"/>
                    <a:pt x="370522" y="437102"/>
                    <a:pt x="373761" y="443103"/>
                  </a:cubicBezTo>
                  <a:close/>
                  <a:moveTo>
                    <a:pt x="172688" y="557689"/>
                  </a:moveTo>
                  <a:cubicBezTo>
                    <a:pt x="183642" y="545783"/>
                    <a:pt x="190976" y="528638"/>
                    <a:pt x="194596" y="506254"/>
                  </a:cubicBezTo>
                  <a:cubicBezTo>
                    <a:pt x="180404" y="496634"/>
                    <a:pt x="169545" y="484061"/>
                    <a:pt x="162020" y="468535"/>
                  </a:cubicBezTo>
                  <a:cubicBezTo>
                    <a:pt x="154496" y="453009"/>
                    <a:pt x="150686" y="436531"/>
                    <a:pt x="150686" y="419195"/>
                  </a:cubicBezTo>
                  <a:cubicBezTo>
                    <a:pt x="150686" y="412814"/>
                    <a:pt x="151638" y="404146"/>
                    <a:pt x="153448" y="393097"/>
                  </a:cubicBezTo>
                  <a:lnTo>
                    <a:pt x="151352" y="393097"/>
                  </a:lnTo>
                  <a:cubicBezTo>
                    <a:pt x="132588" y="393097"/>
                    <a:pt x="116967" y="402336"/>
                    <a:pt x="104394" y="420910"/>
                  </a:cubicBezTo>
                  <a:cubicBezTo>
                    <a:pt x="91821" y="439388"/>
                    <a:pt x="85534" y="464249"/>
                    <a:pt x="85534" y="495300"/>
                  </a:cubicBezTo>
                  <a:cubicBezTo>
                    <a:pt x="85534" y="521399"/>
                    <a:pt x="90392" y="541211"/>
                    <a:pt x="100298" y="554927"/>
                  </a:cubicBezTo>
                  <a:cubicBezTo>
                    <a:pt x="110109" y="568643"/>
                    <a:pt x="121634" y="575501"/>
                    <a:pt x="134969" y="575501"/>
                  </a:cubicBezTo>
                  <a:cubicBezTo>
                    <a:pt x="149162" y="575501"/>
                    <a:pt x="161734" y="569595"/>
                    <a:pt x="172688" y="557689"/>
                  </a:cubicBezTo>
                  <a:close/>
                  <a:moveTo>
                    <a:pt x="140779" y="108776"/>
                  </a:moveTo>
                  <a:cubicBezTo>
                    <a:pt x="130016" y="136017"/>
                    <a:pt x="120110" y="172879"/>
                    <a:pt x="110966" y="219551"/>
                  </a:cubicBezTo>
                  <a:cubicBezTo>
                    <a:pt x="101822" y="266224"/>
                    <a:pt x="94964" y="317183"/>
                    <a:pt x="90392" y="372523"/>
                  </a:cubicBezTo>
                  <a:cubicBezTo>
                    <a:pt x="120587" y="317183"/>
                    <a:pt x="144685" y="268415"/>
                    <a:pt x="162782" y="226124"/>
                  </a:cubicBezTo>
                  <a:cubicBezTo>
                    <a:pt x="180880" y="183833"/>
                    <a:pt x="189833" y="146209"/>
                    <a:pt x="189833" y="113348"/>
                  </a:cubicBezTo>
                  <a:cubicBezTo>
                    <a:pt x="189833" y="98679"/>
                    <a:pt x="188119" y="87535"/>
                    <a:pt x="184690" y="79724"/>
                  </a:cubicBezTo>
                  <a:cubicBezTo>
                    <a:pt x="181261" y="71914"/>
                    <a:pt x="176593" y="68104"/>
                    <a:pt x="170593" y="68104"/>
                  </a:cubicBezTo>
                  <a:cubicBezTo>
                    <a:pt x="161449" y="68104"/>
                    <a:pt x="151543" y="81725"/>
                    <a:pt x="140779" y="10887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6;p36">
              <a:extLst>
                <a:ext uri="{FF2B5EF4-FFF2-40B4-BE49-F238E27FC236}">
                  <a16:creationId xmlns:a16="http://schemas.microsoft.com/office/drawing/2014/main" id="{86FABA09-8F82-F7A1-8692-B639F58E44E8}"/>
                </a:ext>
              </a:extLst>
            </p:cNvPr>
            <p:cNvSpPr/>
            <p:nvPr/>
          </p:nvSpPr>
          <p:spPr>
            <a:xfrm>
              <a:off x="4352431" y="2438078"/>
              <a:ext cx="224885" cy="475106"/>
            </a:xfrm>
            <a:custGeom>
              <a:avLst/>
              <a:gdLst/>
              <a:ahLst/>
              <a:cxnLst/>
              <a:rect l="l" t="t" r="r" b="b"/>
              <a:pathLst>
                <a:path w="224885" h="475106" extrusionOk="0">
                  <a:moveTo>
                    <a:pt x="20193" y="443675"/>
                  </a:moveTo>
                  <a:cubicBezTo>
                    <a:pt x="6667" y="422624"/>
                    <a:pt x="0" y="394716"/>
                    <a:pt x="0" y="360045"/>
                  </a:cubicBezTo>
                  <a:cubicBezTo>
                    <a:pt x="0" y="339471"/>
                    <a:pt x="2667" y="313087"/>
                    <a:pt x="7906" y="280797"/>
                  </a:cubicBezTo>
                  <a:cubicBezTo>
                    <a:pt x="13145" y="248603"/>
                    <a:pt x="19907" y="218504"/>
                    <a:pt x="28099" y="190595"/>
                  </a:cubicBezTo>
                  <a:cubicBezTo>
                    <a:pt x="32195" y="175927"/>
                    <a:pt x="37719" y="165926"/>
                    <a:pt x="44577" y="160401"/>
                  </a:cubicBezTo>
                  <a:cubicBezTo>
                    <a:pt x="51435" y="154877"/>
                    <a:pt x="62389" y="152210"/>
                    <a:pt x="77533" y="152210"/>
                  </a:cubicBezTo>
                  <a:cubicBezTo>
                    <a:pt x="100870" y="152210"/>
                    <a:pt x="112490" y="160020"/>
                    <a:pt x="112490" y="175546"/>
                  </a:cubicBezTo>
                  <a:cubicBezTo>
                    <a:pt x="112490" y="186976"/>
                    <a:pt x="108109" y="213455"/>
                    <a:pt x="99441" y="255080"/>
                  </a:cubicBezTo>
                  <a:cubicBezTo>
                    <a:pt x="88487" y="305372"/>
                    <a:pt x="82963" y="339471"/>
                    <a:pt x="82963" y="357283"/>
                  </a:cubicBezTo>
                  <a:cubicBezTo>
                    <a:pt x="82963" y="370999"/>
                    <a:pt x="84772" y="381476"/>
                    <a:pt x="88487" y="388811"/>
                  </a:cubicBezTo>
                  <a:cubicBezTo>
                    <a:pt x="92107" y="396145"/>
                    <a:pt x="98298" y="399764"/>
                    <a:pt x="106966" y="399764"/>
                  </a:cubicBezTo>
                  <a:cubicBezTo>
                    <a:pt x="115157" y="399764"/>
                    <a:pt x="125444" y="394049"/>
                    <a:pt x="137827" y="382619"/>
                  </a:cubicBezTo>
                  <a:cubicBezTo>
                    <a:pt x="150209" y="371189"/>
                    <a:pt x="166592" y="353092"/>
                    <a:pt x="187166" y="328422"/>
                  </a:cubicBezTo>
                  <a:cubicBezTo>
                    <a:pt x="192691" y="322040"/>
                    <a:pt x="198787" y="318802"/>
                    <a:pt x="205645" y="318802"/>
                  </a:cubicBezTo>
                  <a:cubicBezTo>
                    <a:pt x="211550" y="318802"/>
                    <a:pt x="216313" y="321564"/>
                    <a:pt x="219742" y="326993"/>
                  </a:cubicBezTo>
                  <a:cubicBezTo>
                    <a:pt x="223171" y="332518"/>
                    <a:pt x="224885" y="340043"/>
                    <a:pt x="224885" y="349663"/>
                  </a:cubicBezTo>
                  <a:cubicBezTo>
                    <a:pt x="224885" y="367951"/>
                    <a:pt x="220504" y="382143"/>
                    <a:pt x="211836" y="392144"/>
                  </a:cubicBezTo>
                  <a:cubicBezTo>
                    <a:pt x="166592" y="447484"/>
                    <a:pt x="124301" y="475107"/>
                    <a:pt x="84963" y="475107"/>
                  </a:cubicBezTo>
                  <a:cubicBezTo>
                    <a:pt x="55245" y="475107"/>
                    <a:pt x="33623" y="464630"/>
                    <a:pt x="20193" y="443579"/>
                  </a:cubicBezTo>
                  <a:close/>
                  <a:moveTo>
                    <a:pt x="47244" y="93536"/>
                  </a:moveTo>
                  <a:cubicBezTo>
                    <a:pt x="37624" y="84582"/>
                    <a:pt x="32861" y="72200"/>
                    <a:pt x="32861" y="56197"/>
                  </a:cubicBezTo>
                  <a:cubicBezTo>
                    <a:pt x="32861" y="40196"/>
                    <a:pt x="39148" y="26860"/>
                    <a:pt x="51721" y="16097"/>
                  </a:cubicBezTo>
                  <a:cubicBezTo>
                    <a:pt x="64294" y="5334"/>
                    <a:pt x="79915" y="0"/>
                    <a:pt x="98679" y="0"/>
                  </a:cubicBezTo>
                  <a:cubicBezTo>
                    <a:pt x="115633" y="0"/>
                    <a:pt x="129254" y="4096"/>
                    <a:pt x="139827" y="12383"/>
                  </a:cubicBezTo>
                  <a:cubicBezTo>
                    <a:pt x="150304" y="20574"/>
                    <a:pt x="155638" y="32290"/>
                    <a:pt x="155638" y="47339"/>
                  </a:cubicBezTo>
                  <a:cubicBezTo>
                    <a:pt x="155638" y="65627"/>
                    <a:pt x="149733" y="80105"/>
                    <a:pt x="137827" y="90869"/>
                  </a:cubicBezTo>
                  <a:cubicBezTo>
                    <a:pt x="125921" y="101632"/>
                    <a:pt x="110204" y="106966"/>
                    <a:pt x="90488" y="106966"/>
                  </a:cubicBezTo>
                  <a:cubicBezTo>
                    <a:pt x="70771" y="106966"/>
                    <a:pt x="56864" y="102489"/>
                    <a:pt x="47244" y="936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17;p36">
              <a:extLst>
                <a:ext uri="{FF2B5EF4-FFF2-40B4-BE49-F238E27FC236}">
                  <a16:creationId xmlns:a16="http://schemas.microsoft.com/office/drawing/2014/main" id="{C529EEF4-150B-9F13-1844-F2AA12E86053}"/>
                </a:ext>
              </a:extLst>
            </p:cNvPr>
            <p:cNvSpPr/>
            <p:nvPr/>
          </p:nvSpPr>
          <p:spPr>
            <a:xfrm>
              <a:off x="4511498" y="2590478"/>
              <a:ext cx="335375" cy="322897"/>
            </a:xfrm>
            <a:custGeom>
              <a:avLst/>
              <a:gdLst/>
              <a:ahLst/>
              <a:cxnLst/>
              <a:rect l="l" t="t" r="r" b="b"/>
              <a:pathLst>
                <a:path w="335375" h="322897" extrusionOk="0">
                  <a:moveTo>
                    <a:pt x="330232" y="174689"/>
                  </a:moveTo>
                  <a:cubicBezTo>
                    <a:pt x="333661" y="180213"/>
                    <a:pt x="335375" y="187738"/>
                    <a:pt x="335375" y="197358"/>
                  </a:cubicBezTo>
                  <a:cubicBezTo>
                    <a:pt x="335375" y="215646"/>
                    <a:pt x="330994" y="229838"/>
                    <a:pt x="322326" y="239840"/>
                  </a:cubicBezTo>
                  <a:cubicBezTo>
                    <a:pt x="305371" y="260414"/>
                    <a:pt x="281559" y="279368"/>
                    <a:pt x="250698" y="296799"/>
                  </a:cubicBezTo>
                  <a:cubicBezTo>
                    <a:pt x="219837" y="314134"/>
                    <a:pt x="186785" y="322898"/>
                    <a:pt x="151638" y="322898"/>
                  </a:cubicBezTo>
                  <a:cubicBezTo>
                    <a:pt x="103632" y="322898"/>
                    <a:pt x="66389" y="309848"/>
                    <a:pt x="39815" y="283845"/>
                  </a:cubicBezTo>
                  <a:cubicBezTo>
                    <a:pt x="13335" y="257746"/>
                    <a:pt x="0" y="222123"/>
                    <a:pt x="0" y="176879"/>
                  </a:cubicBezTo>
                  <a:cubicBezTo>
                    <a:pt x="0" y="145351"/>
                    <a:pt x="6668" y="115919"/>
                    <a:pt x="19907" y="88773"/>
                  </a:cubicBezTo>
                  <a:cubicBezTo>
                    <a:pt x="33147" y="61627"/>
                    <a:pt x="51530" y="40005"/>
                    <a:pt x="75152" y="24003"/>
                  </a:cubicBezTo>
                  <a:cubicBezTo>
                    <a:pt x="98679" y="8001"/>
                    <a:pt x="125349" y="0"/>
                    <a:pt x="155067" y="0"/>
                  </a:cubicBezTo>
                  <a:cubicBezTo>
                    <a:pt x="181546" y="0"/>
                    <a:pt x="202883" y="7906"/>
                    <a:pt x="218885" y="23622"/>
                  </a:cubicBezTo>
                  <a:cubicBezTo>
                    <a:pt x="234887" y="39433"/>
                    <a:pt x="242888" y="60769"/>
                    <a:pt x="242888" y="87725"/>
                  </a:cubicBezTo>
                  <a:cubicBezTo>
                    <a:pt x="242888" y="119253"/>
                    <a:pt x="231553" y="146399"/>
                    <a:pt x="208979" y="168973"/>
                  </a:cubicBezTo>
                  <a:cubicBezTo>
                    <a:pt x="186404" y="191548"/>
                    <a:pt x="148019" y="209550"/>
                    <a:pt x="94107" y="222790"/>
                  </a:cubicBezTo>
                  <a:cubicBezTo>
                    <a:pt x="105537" y="243840"/>
                    <a:pt x="127254" y="254317"/>
                    <a:pt x="159258" y="254317"/>
                  </a:cubicBezTo>
                  <a:cubicBezTo>
                    <a:pt x="179832" y="254317"/>
                    <a:pt x="203263" y="247078"/>
                    <a:pt x="229553" y="232696"/>
                  </a:cubicBezTo>
                  <a:cubicBezTo>
                    <a:pt x="255842" y="218313"/>
                    <a:pt x="278606" y="199453"/>
                    <a:pt x="297752" y="176117"/>
                  </a:cubicBezTo>
                  <a:cubicBezTo>
                    <a:pt x="303276" y="169736"/>
                    <a:pt x="309372" y="166497"/>
                    <a:pt x="316230" y="166497"/>
                  </a:cubicBezTo>
                  <a:cubicBezTo>
                    <a:pt x="322136" y="166497"/>
                    <a:pt x="326898" y="169259"/>
                    <a:pt x="330327" y="174689"/>
                  </a:cubicBezTo>
                  <a:close/>
                  <a:moveTo>
                    <a:pt x="100489" y="96488"/>
                  </a:moveTo>
                  <a:cubicBezTo>
                    <a:pt x="88868" y="116110"/>
                    <a:pt x="82963" y="139922"/>
                    <a:pt x="82963" y="167830"/>
                  </a:cubicBezTo>
                  <a:lnTo>
                    <a:pt x="82963" y="169164"/>
                  </a:lnTo>
                  <a:cubicBezTo>
                    <a:pt x="109919" y="162782"/>
                    <a:pt x="131159" y="153162"/>
                    <a:pt x="146780" y="140398"/>
                  </a:cubicBezTo>
                  <a:cubicBezTo>
                    <a:pt x="162306" y="127635"/>
                    <a:pt x="170117" y="112776"/>
                    <a:pt x="170117" y="95821"/>
                  </a:cubicBezTo>
                  <a:cubicBezTo>
                    <a:pt x="170117" y="87154"/>
                    <a:pt x="167735" y="80200"/>
                    <a:pt x="162878" y="74866"/>
                  </a:cubicBezTo>
                  <a:cubicBezTo>
                    <a:pt x="158115" y="69628"/>
                    <a:pt x="151543" y="66961"/>
                    <a:pt x="143351" y="66961"/>
                  </a:cubicBezTo>
                  <a:cubicBezTo>
                    <a:pt x="126397" y="66961"/>
                    <a:pt x="112109" y="76771"/>
                    <a:pt x="100489" y="964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18;p36">
              <a:extLst>
                <a:ext uri="{FF2B5EF4-FFF2-40B4-BE49-F238E27FC236}">
                  <a16:creationId xmlns:a16="http://schemas.microsoft.com/office/drawing/2014/main" id="{E4ABEC5D-4D68-9A6A-EDE6-EA105300D0C3}"/>
                </a:ext>
              </a:extLst>
            </p:cNvPr>
            <p:cNvSpPr/>
            <p:nvPr/>
          </p:nvSpPr>
          <p:spPr>
            <a:xfrm>
              <a:off x="4750766" y="2582858"/>
              <a:ext cx="273748" cy="345662"/>
            </a:xfrm>
            <a:custGeom>
              <a:avLst/>
              <a:gdLst/>
              <a:ahLst/>
              <a:cxnLst/>
              <a:rect l="l" t="t" r="r" b="b"/>
              <a:pathLst>
                <a:path w="273748" h="345662" extrusionOk="0">
                  <a:moveTo>
                    <a:pt x="113538" y="329089"/>
                  </a:moveTo>
                  <a:cubicBezTo>
                    <a:pt x="100965" y="318135"/>
                    <a:pt x="94679" y="305753"/>
                    <a:pt x="94679" y="292037"/>
                  </a:cubicBezTo>
                  <a:cubicBezTo>
                    <a:pt x="94679" y="280130"/>
                    <a:pt x="99060" y="269843"/>
                    <a:pt x="107728" y="261176"/>
                  </a:cubicBezTo>
                  <a:cubicBezTo>
                    <a:pt x="116396" y="252508"/>
                    <a:pt x="129159" y="248126"/>
                    <a:pt x="146114" y="248126"/>
                  </a:cubicBezTo>
                  <a:cubicBezTo>
                    <a:pt x="152019" y="248126"/>
                    <a:pt x="159068" y="248698"/>
                    <a:pt x="167069" y="249841"/>
                  </a:cubicBezTo>
                  <a:cubicBezTo>
                    <a:pt x="175070" y="250984"/>
                    <a:pt x="181166" y="251841"/>
                    <a:pt x="185261" y="252222"/>
                  </a:cubicBezTo>
                  <a:cubicBezTo>
                    <a:pt x="184785" y="240316"/>
                    <a:pt x="182213" y="229172"/>
                    <a:pt x="177356" y="218599"/>
                  </a:cubicBezTo>
                  <a:cubicBezTo>
                    <a:pt x="172593" y="208121"/>
                    <a:pt x="166497" y="197930"/>
                    <a:pt x="159163" y="188119"/>
                  </a:cubicBezTo>
                  <a:cubicBezTo>
                    <a:pt x="151829" y="178308"/>
                    <a:pt x="144971" y="169736"/>
                    <a:pt x="138589" y="162401"/>
                  </a:cubicBezTo>
                  <a:cubicBezTo>
                    <a:pt x="124397" y="189357"/>
                    <a:pt x="110395" y="211741"/>
                    <a:pt x="96393" y="229648"/>
                  </a:cubicBezTo>
                  <a:cubicBezTo>
                    <a:pt x="82487" y="247460"/>
                    <a:pt x="67247" y="264414"/>
                    <a:pt x="50768" y="280416"/>
                  </a:cubicBezTo>
                  <a:cubicBezTo>
                    <a:pt x="42577" y="288608"/>
                    <a:pt x="33814" y="292798"/>
                    <a:pt x="24670" y="292798"/>
                  </a:cubicBezTo>
                  <a:cubicBezTo>
                    <a:pt x="17336" y="292798"/>
                    <a:pt x="11430" y="290132"/>
                    <a:pt x="6858" y="284893"/>
                  </a:cubicBezTo>
                  <a:cubicBezTo>
                    <a:pt x="2286" y="279654"/>
                    <a:pt x="0" y="273177"/>
                    <a:pt x="0" y="265367"/>
                  </a:cubicBezTo>
                  <a:cubicBezTo>
                    <a:pt x="0" y="256223"/>
                    <a:pt x="3239" y="247745"/>
                    <a:pt x="9620" y="240030"/>
                  </a:cubicBezTo>
                  <a:lnTo>
                    <a:pt x="18574" y="229076"/>
                  </a:lnTo>
                  <a:cubicBezTo>
                    <a:pt x="43720" y="198025"/>
                    <a:pt x="62675" y="172403"/>
                    <a:pt x="75533" y="152305"/>
                  </a:cubicBezTo>
                  <a:cubicBezTo>
                    <a:pt x="83725" y="139065"/>
                    <a:pt x="92107" y="123254"/>
                    <a:pt x="100584" y="104966"/>
                  </a:cubicBezTo>
                  <a:cubicBezTo>
                    <a:pt x="109061" y="86678"/>
                    <a:pt x="120110" y="61722"/>
                    <a:pt x="133826" y="30194"/>
                  </a:cubicBezTo>
                  <a:cubicBezTo>
                    <a:pt x="142494" y="10097"/>
                    <a:pt x="160592" y="0"/>
                    <a:pt x="188024" y="0"/>
                  </a:cubicBezTo>
                  <a:cubicBezTo>
                    <a:pt x="200787" y="0"/>
                    <a:pt x="209741" y="1143"/>
                    <a:pt x="214789" y="3429"/>
                  </a:cubicBezTo>
                  <a:cubicBezTo>
                    <a:pt x="219837" y="5715"/>
                    <a:pt x="222314" y="9335"/>
                    <a:pt x="222314" y="14383"/>
                  </a:cubicBezTo>
                  <a:cubicBezTo>
                    <a:pt x="222314" y="17145"/>
                    <a:pt x="221361" y="21431"/>
                    <a:pt x="219551" y="27432"/>
                  </a:cubicBezTo>
                  <a:cubicBezTo>
                    <a:pt x="217742" y="33338"/>
                    <a:pt x="215170" y="39338"/>
                    <a:pt x="212027" y="45244"/>
                  </a:cubicBezTo>
                  <a:cubicBezTo>
                    <a:pt x="203835" y="61722"/>
                    <a:pt x="199644" y="75629"/>
                    <a:pt x="199644" y="87059"/>
                  </a:cubicBezTo>
                  <a:cubicBezTo>
                    <a:pt x="199644" y="93917"/>
                    <a:pt x="202025" y="101441"/>
                    <a:pt x="206883" y="109728"/>
                  </a:cubicBezTo>
                  <a:cubicBezTo>
                    <a:pt x="211646" y="117920"/>
                    <a:pt x="219075" y="128207"/>
                    <a:pt x="229172" y="140589"/>
                  </a:cubicBezTo>
                  <a:cubicBezTo>
                    <a:pt x="243840" y="159830"/>
                    <a:pt x="254889" y="176117"/>
                    <a:pt x="262414" y="189643"/>
                  </a:cubicBezTo>
                  <a:cubicBezTo>
                    <a:pt x="269939" y="203168"/>
                    <a:pt x="273749" y="217837"/>
                    <a:pt x="273749" y="233839"/>
                  </a:cubicBezTo>
                  <a:cubicBezTo>
                    <a:pt x="273749" y="253079"/>
                    <a:pt x="269272" y="271177"/>
                    <a:pt x="260414" y="288322"/>
                  </a:cubicBezTo>
                  <a:cubicBezTo>
                    <a:pt x="251460" y="305467"/>
                    <a:pt x="239078" y="319278"/>
                    <a:pt x="223076" y="329851"/>
                  </a:cubicBezTo>
                  <a:cubicBezTo>
                    <a:pt x="207074" y="340328"/>
                    <a:pt x="188786" y="345662"/>
                    <a:pt x="168212" y="345662"/>
                  </a:cubicBezTo>
                  <a:cubicBezTo>
                    <a:pt x="144399" y="345662"/>
                    <a:pt x="126302" y="340138"/>
                    <a:pt x="113729" y="32918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1909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61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64" r:id="rId14"/>
    <p:sldLayoutId id="2147483665" r:id="rId15"/>
    <p:sldLayoutId id="214748366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AAFB73-06AD-4383-D00C-AC49B781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2363073-7659-7019-F685-011DCEBED017}"/>
              </a:ext>
            </a:extLst>
          </p:cNvPr>
          <p:cNvSpPr/>
          <p:nvPr/>
        </p:nvSpPr>
        <p:spPr>
          <a:xfrm rot="7968550">
            <a:off x="5648451" y="3383327"/>
            <a:ext cx="10309748" cy="9307209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3FB3F94-CB30-BCB1-C601-9CDB0F5E438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35" t="-3646" r="-1369" b="3467"/>
          <a:stretch>
            <a:fillRect/>
          </a:stretch>
        </p:blipFill>
        <p:spPr>
          <a:xfrm>
            <a:off x="7668187" y="886464"/>
            <a:ext cx="5083555" cy="5994400"/>
          </a:xfr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1D67D681-5B6F-3841-8F5E-67DCE94F600D}"/>
              </a:ext>
            </a:extLst>
          </p:cNvPr>
          <p:cNvSpPr txBox="1"/>
          <p:nvPr/>
        </p:nvSpPr>
        <p:spPr>
          <a:xfrm>
            <a:off x="322071" y="395895"/>
            <a:ext cx="7908392" cy="4525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8800" b="0" spc="-300">
                <a:solidFill>
                  <a:schemeClr val="bg1"/>
                </a:solidFill>
                <a:latin typeface="+mj-lt"/>
                <a:ea typeface="Inter" panose="02000503000000020004" pitchFamily="2" charset="0"/>
                <a:cs typeface="Poppins Bold" panose="00000800000000000000" pitchFamily="2" charset="0"/>
              </a:defRPr>
            </a:lvl1pPr>
          </a:lstStyle>
          <a:p>
            <a:pPr algn="ctr"/>
            <a:r>
              <a:rPr lang="en-US" sz="6000" dirty="0">
                <a:latin typeface="Algerian" panose="04020705040A02060702" pitchFamily="82" charset="0"/>
              </a:rPr>
              <a:t>AI-driven Hypertension &amp; Diabetes Prevention Mobile App </a:t>
            </a:r>
            <a:br>
              <a:rPr lang="en-US" sz="6000" dirty="0">
                <a:latin typeface="Algerian" panose="04020705040A02060702" pitchFamily="82" charset="0"/>
              </a:rPr>
            </a:br>
            <a:r>
              <a:rPr lang="en-US" sz="6000" dirty="0">
                <a:latin typeface="Algerian" panose="04020705040A02060702" pitchFamily="82" charset="0"/>
              </a:rPr>
              <a:t>for </a:t>
            </a:r>
          </a:p>
          <a:p>
            <a:pPr algn="ctr"/>
            <a:r>
              <a:rPr lang="en-US" sz="6000" dirty="0" err="1">
                <a:latin typeface="Algerian" panose="04020705040A02060702" pitchFamily="82" charset="0"/>
              </a:rPr>
              <a:t>sri</a:t>
            </a:r>
            <a:r>
              <a:rPr lang="en-US" sz="6000" dirty="0">
                <a:latin typeface="Algerian" panose="04020705040A02060702" pitchFamily="82" charset="0"/>
              </a:rPr>
              <a:t> </a:t>
            </a:r>
            <a:r>
              <a:rPr lang="en-US" sz="6000" dirty="0" err="1">
                <a:latin typeface="Algerian" panose="04020705040A02060702" pitchFamily="82" charset="0"/>
              </a:rPr>
              <a:t>lankans</a:t>
            </a:r>
            <a:endParaRPr lang="en-US" sz="6000" dirty="0">
              <a:solidFill>
                <a:schemeClr val="accent2"/>
              </a:solidFill>
              <a:latin typeface="Algerian" panose="04020705040A02060702" pitchFamily="8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DBB853-EB70-78E5-FB8D-5C742A69B84D}"/>
              </a:ext>
            </a:extLst>
          </p:cNvPr>
          <p:cNvSpPr txBox="1"/>
          <p:nvPr/>
        </p:nvSpPr>
        <p:spPr>
          <a:xfrm>
            <a:off x="2699581" y="5127646"/>
            <a:ext cx="3034469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4000" b="0" spc="-150" dirty="0">
                <a:solidFill>
                  <a:schemeClr val="bg1">
                    <a:lumMod val="85000"/>
                  </a:schemeClr>
                </a:solidFill>
                <a:latin typeface="+mj-lt"/>
                <a:cs typeface="Poppins Bold" panose="00000800000000000000" pitchFamily="2" charset="0"/>
              </a:rPr>
              <a:t>25-26J-371</a:t>
            </a:r>
          </a:p>
        </p:txBody>
      </p:sp>
    </p:spTree>
    <p:extLst>
      <p:ext uri="{BB962C8B-B14F-4D97-AF65-F5344CB8AC3E}">
        <p14:creationId xmlns:p14="http://schemas.microsoft.com/office/powerpoint/2010/main" val="2082274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B588501-508C-24A4-3132-292E8ABEFFF2}"/>
              </a:ext>
            </a:extLst>
          </p:cNvPr>
          <p:cNvSpPr txBox="1"/>
          <p:nvPr/>
        </p:nvSpPr>
        <p:spPr>
          <a:xfrm>
            <a:off x="6045367" y="1010413"/>
            <a:ext cx="1018144" cy="595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 algn="just">
              <a:lnSpc>
                <a:spcPct val="90000"/>
              </a:lnSpc>
            </a:pPr>
            <a:r>
              <a:rPr lang="en-US" sz="3600" b="0" spc="-150" dirty="0">
                <a:solidFill>
                  <a:schemeClr val="accent2"/>
                </a:solidFill>
                <a:latin typeface="+mj-lt"/>
                <a:cs typeface="Poppins Bold" panose="00000800000000000000" pitchFamily="2" charset="0"/>
              </a:rPr>
              <a:t>0</a:t>
            </a:r>
            <a:r>
              <a:rPr lang="id-ID" sz="3600" b="0" spc="-150" dirty="0">
                <a:solidFill>
                  <a:schemeClr val="accent2"/>
                </a:solidFill>
                <a:latin typeface="+mj-lt"/>
                <a:cs typeface="Poppins Bold" panose="00000800000000000000" pitchFamily="2" charset="0"/>
              </a:rPr>
              <a:t>1.</a:t>
            </a:r>
            <a:endParaRPr lang="en-US" sz="3600" b="0" spc="-150" dirty="0">
              <a:solidFill>
                <a:schemeClr val="accent2"/>
              </a:solidFill>
              <a:latin typeface="+mj-lt"/>
              <a:cs typeface="Poppins Bold" panose="00000800000000000000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2D2E0A-20D3-E3FE-1E99-1D8F868D3C0C}"/>
              </a:ext>
            </a:extLst>
          </p:cNvPr>
          <p:cNvSpPr txBox="1"/>
          <p:nvPr/>
        </p:nvSpPr>
        <p:spPr>
          <a:xfrm>
            <a:off x="7052052" y="874062"/>
            <a:ext cx="4278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AI-Driven Early Hypertension Risk Prediction &amp; Personalized Recommendation</a:t>
            </a:r>
            <a:endParaRPr lang="en-US" sz="1600" b="1" dirty="0">
              <a:solidFill>
                <a:schemeClr val="bg2">
                  <a:lumMod val="10000"/>
                </a:schemeClr>
              </a:solidFill>
              <a:latin typeface="+mn-lt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DC86D24-4182-B9B1-5190-AECD35906E0B}"/>
              </a:ext>
            </a:extLst>
          </p:cNvPr>
          <p:cNvCxnSpPr>
            <a:cxnSpLocks/>
          </p:cNvCxnSpPr>
          <p:nvPr/>
        </p:nvCxnSpPr>
        <p:spPr>
          <a:xfrm>
            <a:off x="6224910" y="2051582"/>
            <a:ext cx="540511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0CAD4CA-467F-70FD-E595-35E6889E0D50}"/>
              </a:ext>
            </a:extLst>
          </p:cNvPr>
          <p:cNvSpPr txBox="1"/>
          <p:nvPr/>
        </p:nvSpPr>
        <p:spPr>
          <a:xfrm>
            <a:off x="6033908" y="2452483"/>
            <a:ext cx="1018144" cy="595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 algn="just">
              <a:lnSpc>
                <a:spcPct val="90000"/>
              </a:lnSpc>
            </a:pPr>
            <a:r>
              <a:rPr lang="en-US" sz="3600" b="0" spc="-150" dirty="0">
                <a:solidFill>
                  <a:schemeClr val="accent2"/>
                </a:solidFill>
                <a:latin typeface="+mj-lt"/>
                <a:cs typeface="Poppins Bold" panose="00000800000000000000" pitchFamily="2" charset="0"/>
              </a:rPr>
              <a:t>0</a:t>
            </a:r>
            <a:r>
              <a:rPr lang="id-ID" sz="3600" b="0" spc="-150" dirty="0">
                <a:solidFill>
                  <a:schemeClr val="accent2"/>
                </a:solidFill>
                <a:latin typeface="+mj-lt"/>
                <a:cs typeface="Poppins Bold" panose="00000800000000000000" pitchFamily="2" charset="0"/>
              </a:rPr>
              <a:t>2.</a:t>
            </a:r>
            <a:endParaRPr lang="en-US" sz="3600" b="0" spc="-150" dirty="0">
              <a:solidFill>
                <a:schemeClr val="accent2"/>
              </a:solidFill>
              <a:latin typeface="+mj-lt"/>
              <a:cs typeface="Poppins Bold" panose="00000800000000000000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B1392E-FDAE-CB50-24C3-AB3167FD55DC}"/>
              </a:ext>
            </a:extLst>
          </p:cNvPr>
          <p:cNvSpPr txBox="1"/>
          <p:nvPr/>
        </p:nvSpPr>
        <p:spPr>
          <a:xfrm>
            <a:off x="7063512" y="2450907"/>
            <a:ext cx="3631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Early Risk Prediction for Diabetic Management</a:t>
            </a:r>
            <a:endParaRPr lang="en-US" sz="1600" b="1" dirty="0">
              <a:solidFill>
                <a:schemeClr val="bg2">
                  <a:lumMod val="10000"/>
                </a:schemeClr>
              </a:solidFill>
              <a:latin typeface="+mn-lt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0E28832-27F5-F1C8-12D5-E7BE4A0D50D3}"/>
              </a:ext>
            </a:extLst>
          </p:cNvPr>
          <p:cNvCxnSpPr>
            <a:cxnSpLocks/>
          </p:cNvCxnSpPr>
          <p:nvPr/>
        </p:nvCxnSpPr>
        <p:spPr>
          <a:xfrm>
            <a:off x="6213450" y="3429000"/>
            <a:ext cx="541657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61F35C6-5A47-CD2D-8EC1-58C7D2A1F83B}"/>
              </a:ext>
            </a:extLst>
          </p:cNvPr>
          <p:cNvSpPr txBox="1"/>
          <p:nvPr/>
        </p:nvSpPr>
        <p:spPr>
          <a:xfrm>
            <a:off x="6096001" y="3790763"/>
            <a:ext cx="1124133" cy="595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 algn="just">
              <a:lnSpc>
                <a:spcPct val="90000"/>
              </a:lnSpc>
            </a:pPr>
            <a:r>
              <a:rPr lang="en-US" sz="3600" b="0" spc="-150" dirty="0">
                <a:solidFill>
                  <a:schemeClr val="accent2"/>
                </a:solidFill>
                <a:latin typeface="+mj-lt"/>
                <a:cs typeface="Poppins Bold" panose="00000800000000000000" pitchFamily="2" charset="0"/>
              </a:rPr>
              <a:t>0</a:t>
            </a:r>
            <a:r>
              <a:rPr lang="id-ID" sz="3600" b="0" spc="-150" dirty="0">
                <a:solidFill>
                  <a:schemeClr val="accent2"/>
                </a:solidFill>
                <a:latin typeface="+mj-lt"/>
                <a:cs typeface="Poppins Bold" panose="00000800000000000000" pitchFamily="2" charset="0"/>
              </a:rPr>
              <a:t>3.</a:t>
            </a:r>
            <a:endParaRPr lang="en-US" sz="3600" b="0" spc="-150" dirty="0">
              <a:solidFill>
                <a:schemeClr val="accent2"/>
              </a:solidFill>
              <a:latin typeface="+mj-lt"/>
              <a:cs typeface="Poppins Bold" panose="00000800000000000000" pitchFamily="2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1F2E9F-A44F-731F-2A70-376B096E348C}"/>
              </a:ext>
            </a:extLst>
          </p:cNvPr>
          <p:cNvSpPr txBox="1"/>
          <p:nvPr/>
        </p:nvSpPr>
        <p:spPr>
          <a:xfrm>
            <a:off x="7052052" y="3790763"/>
            <a:ext cx="4577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AI-Powered Food Recognition &amp; Nutrient-Driven Dietary Recommendation</a:t>
            </a:r>
            <a:endParaRPr lang="en-US" sz="1600" b="1" dirty="0">
              <a:solidFill>
                <a:schemeClr val="bg2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63F4AD-0CC0-0011-0CA8-680B3381366A}"/>
              </a:ext>
            </a:extLst>
          </p:cNvPr>
          <p:cNvSpPr txBox="1"/>
          <p:nvPr/>
        </p:nvSpPr>
        <p:spPr>
          <a:xfrm>
            <a:off x="503534" y="1628688"/>
            <a:ext cx="4636416" cy="782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5400" dirty="0"/>
              <a:t>Components</a:t>
            </a:r>
            <a:endParaRPr lang="en-US" sz="5400" b="0" spc="-150" dirty="0">
              <a:solidFill>
                <a:schemeClr val="accent2"/>
              </a:solidFill>
              <a:latin typeface="+mj-lt"/>
              <a:cs typeface="Poppins Bold" panose="000008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5EAACE-526D-B88D-5870-B86D6B19B0BC}"/>
              </a:ext>
            </a:extLst>
          </p:cNvPr>
          <p:cNvCxnSpPr>
            <a:cxnSpLocks/>
          </p:cNvCxnSpPr>
          <p:nvPr/>
        </p:nvCxnSpPr>
        <p:spPr>
          <a:xfrm>
            <a:off x="503534" y="2792718"/>
            <a:ext cx="171297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884630B-B57F-2037-DE41-CAA37DE80B9B}"/>
              </a:ext>
            </a:extLst>
          </p:cNvPr>
          <p:cNvSpPr txBox="1"/>
          <p:nvPr/>
        </p:nvSpPr>
        <p:spPr>
          <a:xfrm>
            <a:off x="6096001" y="5199621"/>
            <a:ext cx="1124133" cy="595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 algn="just">
              <a:lnSpc>
                <a:spcPct val="90000"/>
              </a:lnSpc>
            </a:pPr>
            <a:r>
              <a:rPr lang="en-US" sz="3600" b="0" spc="-150" dirty="0">
                <a:solidFill>
                  <a:schemeClr val="accent2"/>
                </a:solidFill>
                <a:latin typeface="+mj-lt"/>
                <a:cs typeface="Poppins Bold" panose="00000800000000000000" pitchFamily="2" charset="0"/>
              </a:rPr>
              <a:t>04</a:t>
            </a:r>
            <a:r>
              <a:rPr lang="id-ID" sz="3600" b="0" spc="-150" dirty="0">
                <a:solidFill>
                  <a:schemeClr val="accent2"/>
                </a:solidFill>
                <a:latin typeface="+mj-lt"/>
                <a:cs typeface="Poppins Bold" panose="00000800000000000000" pitchFamily="2" charset="0"/>
              </a:rPr>
              <a:t>.</a:t>
            </a:r>
            <a:endParaRPr lang="en-US" sz="3600" b="0" spc="-150" dirty="0">
              <a:solidFill>
                <a:schemeClr val="accent2"/>
              </a:solidFill>
              <a:latin typeface="+mj-lt"/>
              <a:cs typeface="Poppins Bold" panose="000008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9E8EE-79D1-87A6-6807-776C16C38FB2}"/>
              </a:ext>
            </a:extLst>
          </p:cNvPr>
          <p:cNvSpPr txBox="1"/>
          <p:nvPr/>
        </p:nvSpPr>
        <p:spPr>
          <a:xfrm>
            <a:off x="7052052" y="5199621"/>
            <a:ext cx="4577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Domain-Specific Intelligent AI Agent for Stress Monitoring</a:t>
            </a:r>
            <a:endParaRPr lang="en-US" sz="1600" b="1" dirty="0">
              <a:solidFill>
                <a:schemeClr val="bg2">
                  <a:lumMod val="10000"/>
                </a:schemeClr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7EF775-B36F-8AC8-D355-C155CA20C2DD}"/>
              </a:ext>
            </a:extLst>
          </p:cNvPr>
          <p:cNvCxnSpPr>
            <a:cxnSpLocks/>
          </p:cNvCxnSpPr>
          <p:nvPr/>
        </p:nvCxnSpPr>
        <p:spPr>
          <a:xfrm>
            <a:off x="6213450" y="4840836"/>
            <a:ext cx="541657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4263516-90D4-7427-BAC0-A7D294102FC1}"/>
              </a:ext>
            </a:extLst>
          </p:cNvPr>
          <p:cNvSpPr txBox="1"/>
          <p:nvPr/>
        </p:nvSpPr>
        <p:spPr>
          <a:xfrm>
            <a:off x="7052052" y="1601643"/>
            <a:ext cx="4952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Owner: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IT22178886  |  Rathnayaka L.P.N.K.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FEDF9-796B-8940-9214-A10F8662A380}"/>
              </a:ext>
            </a:extLst>
          </p:cNvPr>
          <p:cNvSpPr txBox="1"/>
          <p:nvPr/>
        </p:nvSpPr>
        <p:spPr>
          <a:xfrm>
            <a:off x="7052052" y="2909523"/>
            <a:ext cx="3921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Owner: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IT22178886  | Ravindu S.L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1BA685-62D8-3C99-1641-90A709675784}"/>
              </a:ext>
            </a:extLst>
          </p:cNvPr>
          <p:cNvSpPr txBox="1"/>
          <p:nvPr/>
        </p:nvSpPr>
        <p:spPr>
          <a:xfrm>
            <a:off x="7039495" y="4328641"/>
            <a:ext cx="2637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Owner: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IT22178886  |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4C81C7-EBC3-E228-C08E-DB4261DD8C66}"/>
              </a:ext>
            </a:extLst>
          </p:cNvPr>
          <p:cNvSpPr txBox="1"/>
          <p:nvPr/>
        </p:nvSpPr>
        <p:spPr>
          <a:xfrm>
            <a:off x="7052052" y="5742593"/>
            <a:ext cx="2832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Owner: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IT22623690   |   </a:t>
            </a:r>
          </a:p>
        </p:txBody>
      </p:sp>
    </p:spTree>
    <p:extLst>
      <p:ext uri="{BB962C8B-B14F-4D97-AF65-F5344CB8AC3E}">
        <p14:creationId xmlns:p14="http://schemas.microsoft.com/office/powerpoint/2010/main" val="150673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D6F4-7556-B130-C7E8-19700B01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A7D60BC2-2612-BFE6-8628-66D95DE2F37B}"/>
              </a:ext>
            </a:extLst>
          </p:cNvPr>
          <p:cNvSpPr/>
          <p:nvPr/>
        </p:nvSpPr>
        <p:spPr>
          <a:xfrm rot="13065532">
            <a:off x="10201176" y="-1931178"/>
            <a:ext cx="4973597" cy="4489955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7348D20-51CF-1608-BECA-0F8E041C58FA}"/>
              </a:ext>
            </a:extLst>
          </p:cNvPr>
          <p:cNvSpPr/>
          <p:nvPr/>
        </p:nvSpPr>
        <p:spPr>
          <a:xfrm rot="8438614">
            <a:off x="-2081851" y="5104962"/>
            <a:ext cx="4973597" cy="4489955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91BA19-18EB-23FE-951B-770889BABE45}"/>
              </a:ext>
            </a:extLst>
          </p:cNvPr>
          <p:cNvGrpSpPr/>
          <p:nvPr/>
        </p:nvGrpSpPr>
        <p:grpSpPr>
          <a:xfrm>
            <a:off x="9678129" y="3236469"/>
            <a:ext cx="336500" cy="471692"/>
            <a:chOff x="9678129" y="3236469"/>
            <a:chExt cx="336500" cy="471692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17222AC-1AAB-62AC-2CC2-FA71FEB05788}"/>
                </a:ext>
              </a:extLst>
            </p:cNvPr>
            <p:cNvSpPr/>
            <p:nvPr/>
          </p:nvSpPr>
          <p:spPr>
            <a:xfrm>
              <a:off x="9678129" y="3371661"/>
              <a:ext cx="336500" cy="336500"/>
            </a:xfrm>
            <a:prstGeom prst="ellipse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1BA1952-1697-947B-4687-21531AC94B39}"/>
                </a:ext>
              </a:extLst>
            </p:cNvPr>
            <p:cNvSpPr/>
            <p:nvPr/>
          </p:nvSpPr>
          <p:spPr>
            <a:xfrm>
              <a:off x="9737184" y="3430716"/>
              <a:ext cx="218390" cy="218390"/>
            </a:xfrm>
            <a:prstGeom prst="ellipse">
              <a:avLst/>
            </a:prstGeom>
            <a:solidFill>
              <a:schemeClr val="bg1"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Graphic 37">
              <a:extLst>
                <a:ext uri="{FF2B5EF4-FFF2-40B4-BE49-F238E27FC236}">
                  <a16:creationId xmlns:a16="http://schemas.microsoft.com/office/drawing/2014/main" id="{76E61CC4-3ADA-0FA2-DA1E-B9A7638F507D}"/>
                </a:ext>
              </a:extLst>
            </p:cNvPr>
            <p:cNvSpPr/>
            <p:nvPr/>
          </p:nvSpPr>
          <p:spPr>
            <a:xfrm>
              <a:off x="9745929" y="3236469"/>
              <a:ext cx="268700" cy="319088"/>
            </a:xfrm>
            <a:custGeom>
              <a:avLst/>
              <a:gdLst>
                <a:gd name="connsiteX0" fmla="*/ 2774933 w 3251065"/>
                <a:gd name="connsiteY0" fmla="*/ 468325 h 3860749"/>
                <a:gd name="connsiteX1" fmla="*/ 476132 w 3251065"/>
                <a:gd name="connsiteY1" fmla="*/ 468325 h 3860749"/>
                <a:gd name="connsiteX2" fmla="*/ 450089 w 3251065"/>
                <a:gd name="connsiteY2" fmla="*/ 2703898 h 3860749"/>
                <a:gd name="connsiteX3" fmla="*/ 476132 w 3251065"/>
                <a:gd name="connsiteY3" fmla="*/ 2729941 h 3860749"/>
                <a:gd name="connsiteX4" fmla="*/ 1625431 w 3251065"/>
                <a:gd name="connsiteY4" fmla="*/ 3860749 h 3860749"/>
                <a:gd name="connsiteX5" fmla="*/ 2774933 w 3251065"/>
                <a:gd name="connsiteY5" fmla="*/ 2729941 h 3860749"/>
                <a:gd name="connsiteX6" fmla="*/ 2800976 w 3251065"/>
                <a:gd name="connsiteY6" fmla="*/ 494368 h 3860749"/>
                <a:gd name="connsiteX7" fmla="*/ 2774933 w 3251065"/>
                <a:gd name="connsiteY7" fmla="*/ 468325 h 3860749"/>
                <a:gd name="connsiteX8" fmla="*/ 1625431 w 3251065"/>
                <a:gd name="connsiteY8" fmla="*/ 2133549 h 3860749"/>
                <a:gd name="connsiteX9" fmla="*/ 1266174 w 3251065"/>
                <a:gd name="connsiteY9" fmla="*/ 1984807 h 3860749"/>
                <a:gd name="connsiteX10" fmla="*/ 1266174 w 3251065"/>
                <a:gd name="connsiteY10" fmla="*/ 1266292 h 3860749"/>
                <a:gd name="connsiteX11" fmla="*/ 1625431 w 3251065"/>
                <a:gd name="connsiteY11" fmla="*/ 1117549 h 3860749"/>
                <a:gd name="connsiteX12" fmla="*/ 1984689 w 3251065"/>
                <a:gd name="connsiteY12" fmla="*/ 1266292 h 3860749"/>
                <a:gd name="connsiteX13" fmla="*/ 1984689 w 3251065"/>
                <a:gd name="connsiteY13" fmla="*/ 1984807 h 3860749"/>
                <a:gd name="connsiteX14" fmla="*/ 1625431 w 3251065"/>
                <a:gd name="connsiteY14" fmla="*/ 2133549 h 386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51065" h="3860749">
                  <a:moveTo>
                    <a:pt x="2774933" y="468325"/>
                  </a:moveTo>
                  <a:cubicBezTo>
                    <a:pt x="2140137" y="-156108"/>
                    <a:pt x="1110929" y="-156108"/>
                    <a:pt x="476132" y="468325"/>
                  </a:cubicBezTo>
                  <a:cubicBezTo>
                    <a:pt x="-148396" y="1078470"/>
                    <a:pt x="-160056" y="2079370"/>
                    <a:pt x="450089" y="2703898"/>
                  </a:cubicBezTo>
                  <a:cubicBezTo>
                    <a:pt x="458668" y="2712680"/>
                    <a:pt x="467350" y="2721362"/>
                    <a:pt x="476132" y="2729941"/>
                  </a:cubicBezTo>
                  <a:lnTo>
                    <a:pt x="1625431" y="3860749"/>
                  </a:lnTo>
                  <a:lnTo>
                    <a:pt x="2774933" y="2729941"/>
                  </a:lnTo>
                  <a:cubicBezTo>
                    <a:pt x="3399462" y="2119797"/>
                    <a:pt x="3411121" y="1118896"/>
                    <a:pt x="2800976" y="494368"/>
                  </a:cubicBezTo>
                  <a:cubicBezTo>
                    <a:pt x="2792397" y="485587"/>
                    <a:pt x="2783715" y="476905"/>
                    <a:pt x="2774933" y="468325"/>
                  </a:cubicBezTo>
                  <a:close/>
                  <a:moveTo>
                    <a:pt x="1625431" y="2133549"/>
                  </a:moveTo>
                  <a:cubicBezTo>
                    <a:pt x="1489693" y="2133549"/>
                    <a:pt x="1362287" y="2080717"/>
                    <a:pt x="1266174" y="1984807"/>
                  </a:cubicBezTo>
                  <a:cubicBezTo>
                    <a:pt x="1068060" y="1786271"/>
                    <a:pt x="1068060" y="1464828"/>
                    <a:pt x="1266174" y="1266292"/>
                  </a:cubicBezTo>
                  <a:cubicBezTo>
                    <a:pt x="1362084" y="1170381"/>
                    <a:pt x="1489693" y="1117549"/>
                    <a:pt x="1625431" y="1117549"/>
                  </a:cubicBezTo>
                  <a:cubicBezTo>
                    <a:pt x="1761169" y="1117549"/>
                    <a:pt x="1888778" y="1170381"/>
                    <a:pt x="1984689" y="1266292"/>
                  </a:cubicBezTo>
                  <a:cubicBezTo>
                    <a:pt x="2182802" y="1464828"/>
                    <a:pt x="2182802" y="1786271"/>
                    <a:pt x="1984689" y="1984807"/>
                  </a:cubicBezTo>
                  <a:cubicBezTo>
                    <a:pt x="1888778" y="2080717"/>
                    <a:pt x="1761169" y="2133549"/>
                    <a:pt x="1625431" y="2133549"/>
                  </a:cubicBezTo>
                  <a:close/>
                </a:path>
              </a:pathLst>
            </a:custGeom>
            <a:solidFill>
              <a:schemeClr val="bg1"/>
            </a:solidFill>
            <a:ln w="2032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BEC1230-F37F-96C8-B574-08268D854D45}"/>
              </a:ext>
            </a:extLst>
          </p:cNvPr>
          <p:cNvGrpSpPr/>
          <p:nvPr/>
        </p:nvGrpSpPr>
        <p:grpSpPr>
          <a:xfrm>
            <a:off x="5896837" y="3319625"/>
            <a:ext cx="336500" cy="488633"/>
            <a:chOff x="5896837" y="3319625"/>
            <a:chExt cx="336500" cy="488633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C23892A-A24F-C180-53F1-4384A5D55E76}"/>
                </a:ext>
              </a:extLst>
            </p:cNvPr>
            <p:cNvSpPr/>
            <p:nvPr/>
          </p:nvSpPr>
          <p:spPr>
            <a:xfrm>
              <a:off x="5896837" y="3471758"/>
              <a:ext cx="336500" cy="336500"/>
            </a:xfrm>
            <a:prstGeom prst="ellipse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2C0E479-A7B0-5087-8AC7-373D6B8F980F}"/>
                </a:ext>
              </a:extLst>
            </p:cNvPr>
            <p:cNvSpPr/>
            <p:nvPr/>
          </p:nvSpPr>
          <p:spPr>
            <a:xfrm>
              <a:off x="5955892" y="3530813"/>
              <a:ext cx="218390" cy="218390"/>
            </a:xfrm>
            <a:prstGeom prst="ellipse">
              <a:avLst/>
            </a:prstGeom>
            <a:solidFill>
              <a:schemeClr val="bg1"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Graphic 37">
              <a:extLst>
                <a:ext uri="{FF2B5EF4-FFF2-40B4-BE49-F238E27FC236}">
                  <a16:creationId xmlns:a16="http://schemas.microsoft.com/office/drawing/2014/main" id="{D76B089C-BABE-2597-3B88-E8795EED9E0D}"/>
                </a:ext>
              </a:extLst>
            </p:cNvPr>
            <p:cNvSpPr/>
            <p:nvPr/>
          </p:nvSpPr>
          <p:spPr>
            <a:xfrm>
              <a:off x="5930737" y="3319625"/>
              <a:ext cx="268700" cy="319088"/>
            </a:xfrm>
            <a:custGeom>
              <a:avLst/>
              <a:gdLst>
                <a:gd name="connsiteX0" fmla="*/ 2774933 w 3251065"/>
                <a:gd name="connsiteY0" fmla="*/ 468325 h 3860749"/>
                <a:gd name="connsiteX1" fmla="*/ 476132 w 3251065"/>
                <a:gd name="connsiteY1" fmla="*/ 468325 h 3860749"/>
                <a:gd name="connsiteX2" fmla="*/ 450089 w 3251065"/>
                <a:gd name="connsiteY2" fmla="*/ 2703898 h 3860749"/>
                <a:gd name="connsiteX3" fmla="*/ 476132 w 3251065"/>
                <a:gd name="connsiteY3" fmla="*/ 2729941 h 3860749"/>
                <a:gd name="connsiteX4" fmla="*/ 1625431 w 3251065"/>
                <a:gd name="connsiteY4" fmla="*/ 3860749 h 3860749"/>
                <a:gd name="connsiteX5" fmla="*/ 2774933 w 3251065"/>
                <a:gd name="connsiteY5" fmla="*/ 2729941 h 3860749"/>
                <a:gd name="connsiteX6" fmla="*/ 2800976 w 3251065"/>
                <a:gd name="connsiteY6" fmla="*/ 494368 h 3860749"/>
                <a:gd name="connsiteX7" fmla="*/ 2774933 w 3251065"/>
                <a:gd name="connsiteY7" fmla="*/ 468325 h 3860749"/>
                <a:gd name="connsiteX8" fmla="*/ 1625431 w 3251065"/>
                <a:gd name="connsiteY8" fmla="*/ 2133549 h 3860749"/>
                <a:gd name="connsiteX9" fmla="*/ 1266174 w 3251065"/>
                <a:gd name="connsiteY9" fmla="*/ 1984807 h 3860749"/>
                <a:gd name="connsiteX10" fmla="*/ 1266174 w 3251065"/>
                <a:gd name="connsiteY10" fmla="*/ 1266292 h 3860749"/>
                <a:gd name="connsiteX11" fmla="*/ 1625431 w 3251065"/>
                <a:gd name="connsiteY11" fmla="*/ 1117549 h 3860749"/>
                <a:gd name="connsiteX12" fmla="*/ 1984689 w 3251065"/>
                <a:gd name="connsiteY12" fmla="*/ 1266292 h 3860749"/>
                <a:gd name="connsiteX13" fmla="*/ 1984689 w 3251065"/>
                <a:gd name="connsiteY13" fmla="*/ 1984807 h 3860749"/>
                <a:gd name="connsiteX14" fmla="*/ 1625431 w 3251065"/>
                <a:gd name="connsiteY14" fmla="*/ 2133549 h 386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51065" h="3860749">
                  <a:moveTo>
                    <a:pt x="2774933" y="468325"/>
                  </a:moveTo>
                  <a:cubicBezTo>
                    <a:pt x="2140137" y="-156108"/>
                    <a:pt x="1110929" y="-156108"/>
                    <a:pt x="476132" y="468325"/>
                  </a:cubicBezTo>
                  <a:cubicBezTo>
                    <a:pt x="-148396" y="1078470"/>
                    <a:pt x="-160056" y="2079370"/>
                    <a:pt x="450089" y="2703898"/>
                  </a:cubicBezTo>
                  <a:cubicBezTo>
                    <a:pt x="458668" y="2712680"/>
                    <a:pt x="467350" y="2721362"/>
                    <a:pt x="476132" y="2729941"/>
                  </a:cubicBezTo>
                  <a:lnTo>
                    <a:pt x="1625431" y="3860749"/>
                  </a:lnTo>
                  <a:lnTo>
                    <a:pt x="2774933" y="2729941"/>
                  </a:lnTo>
                  <a:cubicBezTo>
                    <a:pt x="3399462" y="2119797"/>
                    <a:pt x="3411121" y="1118896"/>
                    <a:pt x="2800976" y="494368"/>
                  </a:cubicBezTo>
                  <a:cubicBezTo>
                    <a:pt x="2792397" y="485587"/>
                    <a:pt x="2783715" y="476905"/>
                    <a:pt x="2774933" y="468325"/>
                  </a:cubicBezTo>
                  <a:close/>
                  <a:moveTo>
                    <a:pt x="1625431" y="2133549"/>
                  </a:moveTo>
                  <a:cubicBezTo>
                    <a:pt x="1489693" y="2133549"/>
                    <a:pt x="1362287" y="2080717"/>
                    <a:pt x="1266174" y="1984807"/>
                  </a:cubicBezTo>
                  <a:cubicBezTo>
                    <a:pt x="1068060" y="1786271"/>
                    <a:pt x="1068060" y="1464828"/>
                    <a:pt x="1266174" y="1266292"/>
                  </a:cubicBezTo>
                  <a:cubicBezTo>
                    <a:pt x="1362084" y="1170381"/>
                    <a:pt x="1489693" y="1117549"/>
                    <a:pt x="1625431" y="1117549"/>
                  </a:cubicBezTo>
                  <a:cubicBezTo>
                    <a:pt x="1761169" y="1117549"/>
                    <a:pt x="1888778" y="1170381"/>
                    <a:pt x="1984689" y="1266292"/>
                  </a:cubicBezTo>
                  <a:cubicBezTo>
                    <a:pt x="2182802" y="1464828"/>
                    <a:pt x="2182802" y="1786271"/>
                    <a:pt x="1984689" y="1984807"/>
                  </a:cubicBezTo>
                  <a:cubicBezTo>
                    <a:pt x="1888778" y="2080717"/>
                    <a:pt x="1761169" y="2133549"/>
                    <a:pt x="1625431" y="2133549"/>
                  </a:cubicBezTo>
                  <a:close/>
                </a:path>
              </a:pathLst>
            </a:custGeom>
            <a:solidFill>
              <a:schemeClr val="bg1"/>
            </a:solidFill>
            <a:ln w="2032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D60BD6E-4079-D226-9EE5-10F5053B350C}"/>
              </a:ext>
            </a:extLst>
          </p:cNvPr>
          <p:cNvGrpSpPr/>
          <p:nvPr/>
        </p:nvGrpSpPr>
        <p:grpSpPr>
          <a:xfrm>
            <a:off x="6619987" y="4592963"/>
            <a:ext cx="336500" cy="488633"/>
            <a:chOff x="6619987" y="4592963"/>
            <a:chExt cx="336500" cy="488633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E37BA1F-1307-DCA0-20CE-5DB3B90968B9}"/>
                </a:ext>
              </a:extLst>
            </p:cNvPr>
            <p:cNvSpPr/>
            <p:nvPr/>
          </p:nvSpPr>
          <p:spPr>
            <a:xfrm>
              <a:off x="6619987" y="4745096"/>
              <a:ext cx="336500" cy="336500"/>
            </a:xfrm>
            <a:prstGeom prst="ellipse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2D8BB9B-C833-0E74-9DC3-7626AFCFB1C2}"/>
                </a:ext>
              </a:extLst>
            </p:cNvPr>
            <p:cNvSpPr/>
            <p:nvPr/>
          </p:nvSpPr>
          <p:spPr>
            <a:xfrm>
              <a:off x="6679042" y="4804151"/>
              <a:ext cx="218390" cy="218390"/>
            </a:xfrm>
            <a:prstGeom prst="ellipse">
              <a:avLst/>
            </a:prstGeom>
            <a:solidFill>
              <a:schemeClr val="bg1"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Graphic 37">
              <a:extLst>
                <a:ext uri="{FF2B5EF4-FFF2-40B4-BE49-F238E27FC236}">
                  <a16:creationId xmlns:a16="http://schemas.microsoft.com/office/drawing/2014/main" id="{518C781F-4DDA-EB41-FB80-EE665D5D7F13}"/>
                </a:ext>
              </a:extLst>
            </p:cNvPr>
            <p:cNvSpPr/>
            <p:nvPr/>
          </p:nvSpPr>
          <p:spPr>
            <a:xfrm>
              <a:off x="6653887" y="4592963"/>
              <a:ext cx="268700" cy="319088"/>
            </a:xfrm>
            <a:custGeom>
              <a:avLst/>
              <a:gdLst>
                <a:gd name="connsiteX0" fmla="*/ 2774933 w 3251065"/>
                <a:gd name="connsiteY0" fmla="*/ 468325 h 3860749"/>
                <a:gd name="connsiteX1" fmla="*/ 476132 w 3251065"/>
                <a:gd name="connsiteY1" fmla="*/ 468325 h 3860749"/>
                <a:gd name="connsiteX2" fmla="*/ 450089 w 3251065"/>
                <a:gd name="connsiteY2" fmla="*/ 2703898 h 3860749"/>
                <a:gd name="connsiteX3" fmla="*/ 476132 w 3251065"/>
                <a:gd name="connsiteY3" fmla="*/ 2729941 h 3860749"/>
                <a:gd name="connsiteX4" fmla="*/ 1625431 w 3251065"/>
                <a:gd name="connsiteY4" fmla="*/ 3860749 h 3860749"/>
                <a:gd name="connsiteX5" fmla="*/ 2774933 w 3251065"/>
                <a:gd name="connsiteY5" fmla="*/ 2729941 h 3860749"/>
                <a:gd name="connsiteX6" fmla="*/ 2800976 w 3251065"/>
                <a:gd name="connsiteY6" fmla="*/ 494368 h 3860749"/>
                <a:gd name="connsiteX7" fmla="*/ 2774933 w 3251065"/>
                <a:gd name="connsiteY7" fmla="*/ 468325 h 3860749"/>
                <a:gd name="connsiteX8" fmla="*/ 1625431 w 3251065"/>
                <a:gd name="connsiteY8" fmla="*/ 2133549 h 3860749"/>
                <a:gd name="connsiteX9" fmla="*/ 1266174 w 3251065"/>
                <a:gd name="connsiteY9" fmla="*/ 1984807 h 3860749"/>
                <a:gd name="connsiteX10" fmla="*/ 1266174 w 3251065"/>
                <a:gd name="connsiteY10" fmla="*/ 1266292 h 3860749"/>
                <a:gd name="connsiteX11" fmla="*/ 1625431 w 3251065"/>
                <a:gd name="connsiteY11" fmla="*/ 1117549 h 3860749"/>
                <a:gd name="connsiteX12" fmla="*/ 1984689 w 3251065"/>
                <a:gd name="connsiteY12" fmla="*/ 1266292 h 3860749"/>
                <a:gd name="connsiteX13" fmla="*/ 1984689 w 3251065"/>
                <a:gd name="connsiteY13" fmla="*/ 1984807 h 3860749"/>
                <a:gd name="connsiteX14" fmla="*/ 1625431 w 3251065"/>
                <a:gd name="connsiteY14" fmla="*/ 2133549 h 386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51065" h="3860749">
                  <a:moveTo>
                    <a:pt x="2774933" y="468325"/>
                  </a:moveTo>
                  <a:cubicBezTo>
                    <a:pt x="2140137" y="-156108"/>
                    <a:pt x="1110929" y="-156108"/>
                    <a:pt x="476132" y="468325"/>
                  </a:cubicBezTo>
                  <a:cubicBezTo>
                    <a:pt x="-148396" y="1078470"/>
                    <a:pt x="-160056" y="2079370"/>
                    <a:pt x="450089" y="2703898"/>
                  </a:cubicBezTo>
                  <a:cubicBezTo>
                    <a:pt x="458668" y="2712680"/>
                    <a:pt x="467350" y="2721362"/>
                    <a:pt x="476132" y="2729941"/>
                  </a:cubicBezTo>
                  <a:lnTo>
                    <a:pt x="1625431" y="3860749"/>
                  </a:lnTo>
                  <a:lnTo>
                    <a:pt x="2774933" y="2729941"/>
                  </a:lnTo>
                  <a:cubicBezTo>
                    <a:pt x="3399462" y="2119797"/>
                    <a:pt x="3411121" y="1118896"/>
                    <a:pt x="2800976" y="494368"/>
                  </a:cubicBezTo>
                  <a:cubicBezTo>
                    <a:pt x="2792397" y="485587"/>
                    <a:pt x="2783715" y="476905"/>
                    <a:pt x="2774933" y="468325"/>
                  </a:cubicBezTo>
                  <a:close/>
                  <a:moveTo>
                    <a:pt x="1625431" y="2133549"/>
                  </a:moveTo>
                  <a:cubicBezTo>
                    <a:pt x="1489693" y="2133549"/>
                    <a:pt x="1362287" y="2080717"/>
                    <a:pt x="1266174" y="1984807"/>
                  </a:cubicBezTo>
                  <a:cubicBezTo>
                    <a:pt x="1068060" y="1786271"/>
                    <a:pt x="1068060" y="1464828"/>
                    <a:pt x="1266174" y="1266292"/>
                  </a:cubicBezTo>
                  <a:cubicBezTo>
                    <a:pt x="1362084" y="1170381"/>
                    <a:pt x="1489693" y="1117549"/>
                    <a:pt x="1625431" y="1117549"/>
                  </a:cubicBezTo>
                  <a:cubicBezTo>
                    <a:pt x="1761169" y="1117549"/>
                    <a:pt x="1888778" y="1170381"/>
                    <a:pt x="1984689" y="1266292"/>
                  </a:cubicBezTo>
                  <a:cubicBezTo>
                    <a:pt x="2182802" y="1464828"/>
                    <a:pt x="2182802" y="1786271"/>
                    <a:pt x="1984689" y="1984807"/>
                  </a:cubicBezTo>
                  <a:cubicBezTo>
                    <a:pt x="1888778" y="2080717"/>
                    <a:pt x="1761169" y="2133549"/>
                    <a:pt x="1625431" y="2133549"/>
                  </a:cubicBezTo>
                  <a:close/>
                </a:path>
              </a:pathLst>
            </a:custGeom>
            <a:solidFill>
              <a:schemeClr val="bg1"/>
            </a:solidFill>
            <a:ln w="2032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D46BB42-10EE-6D44-F3CD-C3B99CF78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982" y="404551"/>
            <a:ext cx="4466509" cy="48264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8A2B91-422B-E741-22D0-C99D0911EA76}"/>
              </a:ext>
            </a:extLst>
          </p:cNvPr>
          <p:cNvSpPr txBox="1"/>
          <p:nvPr/>
        </p:nvSpPr>
        <p:spPr>
          <a:xfrm>
            <a:off x="5301702" y="5446406"/>
            <a:ext cx="61422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Professor Lakmal Fonseka</a:t>
            </a:r>
          </a:p>
          <a:p>
            <a:r>
              <a:rPr lang="en-US" dirty="0"/>
              <a:t>MBBD, MD, MRCP, FRCP, </a:t>
            </a:r>
          </a:p>
          <a:p>
            <a:r>
              <a:rPr lang="en-US" dirty="0"/>
              <a:t>DPhil (Oxon)Faculty of Medicine, </a:t>
            </a:r>
          </a:p>
          <a:p>
            <a:r>
              <a:rPr lang="en-US" dirty="0"/>
              <a:t>University of Ruhuna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3B26E-4E43-F955-1D5A-899CBF8157D3}"/>
              </a:ext>
            </a:extLst>
          </p:cNvPr>
          <p:cNvSpPr txBox="1"/>
          <p:nvPr/>
        </p:nvSpPr>
        <p:spPr>
          <a:xfrm>
            <a:off x="207240" y="404551"/>
            <a:ext cx="6844350" cy="483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0" spc="-150" dirty="0">
                <a:solidFill>
                  <a:schemeClr val="accent1"/>
                </a:solidFill>
                <a:latin typeface="+mj-lt"/>
                <a:cs typeface="Poppins Bold" panose="00000800000000000000" pitchFamily="2" charset="0"/>
              </a:rPr>
              <a:t>External Supervisor</a:t>
            </a:r>
          </a:p>
        </p:txBody>
      </p:sp>
    </p:spTree>
    <p:extLst>
      <p:ext uri="{BB962C8B-B14F-4D97-AF65-F5344CB8AC3E}">
        <p14:creationId xmlns:p14="http://schemas.microsoft.com/office/powerpoint/2010/main" val="755839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DACDF-D51D-D368-EA06-A9F952088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840C360-2BCD-6837-2E61-A1E65E7D23F1}"/>
              </a:ext>
            </a:extLst>
          </p:cNvPr>
          <p:cNvSpPr txBox="1"/>
          <p:nvPr/>
        </p:nvSpPr>
        <p:spPr>
          <a:xfrm>
            <a:off x="462155" y="905859"/>
            <a:ext cx="7792251" cy="844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accent1"/>
                </a:solidFill>
              </a:rPr>
              <a:t>Problem &amp; Motivation</a:t>
            </a:r>
            <a:endParaRPr lang="en-US" sz="5400" b="0" spc="-150" dirty="0">
              <a:solidFill>
                <a:schemeClr val="accent1"/>
              </a:solidFill>
              <a:latin typeface="+mj-lt"/>
              <a:cs typeface="Poppins Bold" panose="00000800000000000000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6BF33E8-2087-69C5-E80F-693671BF5D06}"/>
              </a:ext>
            </a:extLst>
          </p:cNvPr>
          <p:cNvSpPr/>
          <p:nvPr/>
        </p:nvSpPr>
        <p:spPr>
          <a:xfrm flipH="1">
            <a:off x="606656" y="3691462"/>
            <a:ext cx="45719" cy="369332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E4BD02-3824-A7F4-CFE4-8FA1BAA1F9E9}"/>
              </a:ext>
            </a:extLst>
          </p:cNvPr>
          <p:cNvSpPr txBox="1"/>
          <p:nvPr/>
        </p:nvSpPr>
        <p:spPr>
          <a:xfrm>
            <a:off x="489702" y="1776635"/>
            <a:ext cx="317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800" b="1" dirty="0">
                <a:solidFill>
                  <a:schemeClr val="accent1"/>
                </a:solidFill>
              </a:rPr>
              <a:t>Problem</a:t>
            </a:r>
            <a:endParaRPr lang="en-US" sz="18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15A867-A446-5A75-A826-03A2863555A6}"/>
              </a:ext>
            </a:extLst>
          </p:cNvPr>
          <p:cNvSpPr/>
          <p:nvPr/>
        </p:nvSpPr>
        <p:spPr>
          <a:xfrm flipH="1">
            <a:off x="606656" y="3262658"/>
            <a:ext cx="45722" cy="52864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Google Shape;590;p46">
            <a:extLst>
              <a:ext uri="{FF2B5EF4-FFF2-40B4-BE49-F238E27FC236}">
                <a16:creationId xmlns:a16="http://schemas.microsoft.com/office/drawing/2014/main" id="{7CE42A7F-92B0-6A32-39CB-D4396A87C25B}"/>
              </a:ext>
            </a:extLst>
          </p:cNvPr>
          <p:cNvSpPr/>
          <p:nvPr/>
        </p:nvSpPr>
        <p:spPr>
          <a:xfrm>
            <a:off x="606656" y="1997494"/>
            <a:ext cx="6519153" cy="79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Hypertension and diabetes are rapidly increasing health issues in Sri Lanka specially among the adults.</a:t>
            </a:r>
            <a:endParaRPr lang="en-US" sz="1600" dirty="0">
              <a:ea typeface="Open Sans" pitchFamily="2" charset="0"/>
              <a:cs typeface="Open Sans" pitchFamily="2" charset="0"/>
              <a:sym typeface="Poppin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CD109F9-3AE8-1D49-92BF-8B19EAD8F575}"/>
              </a:ext>
            </a:extLst>
          </p:cNvPr>
          <p:cNvSpPr/>
          <p:nvPr/>
        </p:nvSpPr>
        <p:spPr>
          <a:xfrm rot="16530228">
            <a:off x="-2596290" y="-3035502"/>
            <a:ext cx="4973597" cy="4489955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FD4818F-82D0-2E3E-B3C7-CC38A9E87B5B}"/>
              </a:ext>
            </a:extLst>
          </p:cNvPr>
          <p:cNvSpPr/>
          <p:nvPr/>
        </p:nvSpPr>
        <p:spPr>
          <a:xfrm rot="17506522">
            <a:off x="8618019" y="3775511"/>
            <a:ext cx="6961130" cy="6164980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0" name="Picture Placeholder 39">
            <a:extLst>
              <a:ext uri="{FF2B5EF4-FFF2-40B4-BE49-F238E27FC236}">
                <a16:creationId xmlns:a16="http://schemas.microsoft.com/office/drawing/2014/main" id="{3B5244AC-7E98-8D8B-8C78-610845F6C42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99" b="13899"/>
          <a:stretch/>
        </p:blipFill>
        <p:spPr>
          <a:xfrm>
            <a:off x="7615471" y="1810661"/>
            <a:ext cx="3623932" cy="1743531"/>
          </a:xfrm>
        </p:spPr>
      </p:pic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25CAFBF-6E19-E64F-812C-587BC4DD484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05" b="14605"/>
          <a:stretch>
            <a:fillRect/>
          </a:stretch>
        </p:blipFill>
        <p:spPr>
          <a:xfrm>
            <a:off x="6587456" y="3865194"/>
            <a:ext cx="3656762" cy="1728933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E04276-50B8-D1FF-5EB9-44ACD93E4FA7}"/>
              </a:ext>
            </a:extLst>
          </p:cNvPr>
          <p:cNvSpPr txBox="1"/>
          <p:nvPr/>
        </p:nvSpPr>
        <p:spPr>
          <a:xfrm>
            <a:off x="462154" y="2865315"/>
            <a:ext cx="317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800" b="1" dirty="0">
                <a:solidFill>
                  <a:schemeClr val="accent1"/>
                </a:solidFill>
              </a:rPr>
              <a:t>Stakeholders</a:t>
            </a:r>
            <a:endParaRPr lang="en-US" sz="18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B6685-7095-1B6D-91E0-D3AF62333CA3}"/>
              </a:ext>
            </a:extLst>
          </p:cNvPr>
          <p:cNvSpPr txBox="1"/>
          <p:nvPr/>
        </p:nvSpPr>
        <p:spPr>
          <a:xfrm>
            <a:off x="462154" y="5313481"/>
            <a:ext cx="4416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800" b="1" dirty="0">
                <a:solidFill>
                  <a:schemeClr val="accent1"/>
                </a:solidFill>
              </a:rPr>
              <a:t>Why it Matters</a:t>
            </a:r>
            <a:endParaRPr lang="en-US" sz="18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9DAD4-094C-C47C-ED52-E52ED4C9910A}"/>
              </a:ext>
            </a:extLst>
          </p:cNvPr>
          <p:cNvSpPr txBox="1"/>
          <p:nvPr/>
        </p:nvSpPr>
        <p:spPr>
          <a:xfrm>
            <a:off x="734996" y="3170943"/>
            <a:ext cx="5330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Sri Lankan adults and patients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B8329D-473F-0D9C-17BF-445096B46641}"/>
              </a:ext>
            </a:extLst>
          </p:cNvPr>
          <p:cNvSpPr txBox="1"/>
          <p:nvPr/>
        </p:nvSpPr>
        <p:spPr>
          <a:xfrm>
            <a:off x="734996" y="3476462"/>
            <a:ext cx="58524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Healthcare providers and nutritionists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633148-D5A6-FE0D-1267-1041B92DE56A}"/>
              </a:ext>
            </a:extLst>
          </p:cNvPr>
          <p:cNvSpPr txBox="1"/>
          <p:nvPr/>
        </p:nvSpPr>
        <p:spPr>
          <a:xfrm>
            <a:off x="734995" y="3791303"/>
            <a:ext cx="58524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Health organizations and policymakers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D6968D3-C275-D111-81B8-93895BA30222}"/>
              </a:ext>
            </a:extLst>
          </p:cNvPr>
          <p:cNvCxnSpPr>
            <a:cxnSpLocks/>
          </p:cNvCxnSpPr>
          <p:nvPr/>
        </p:nvCxnSpPr>
        <p:spPr>
          <a:xfrm>
            <a:off x="606656" y="1712160"/>
            <a:ext cx="171297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AB7FD67-0AB2-80D7-EAAC-355B3D7A50EB}"/>
              </a:ext>
            </a:extLst>
          </p:cNvPr>
          <p:cNvSpPr/>
          <p:nvPr/>
        </p:nvSpPr>
        <p:spPr>
          <a:xfrm flipH="1">
            <a:off x="606656" y="4792410"/>
            <a:ext cx="45719" cy="369332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9F577B-358C-6570-ACB1-6147ED6EE70D}"/>
              </a:ext>
            </a:extLst>
          </p:cNvPr>
          <p:cNvSpPr/>
          <p:nvPr/>
        </p:nvSpPr>
        <p:spPr>
          <a:xfrm flipH="1">
            <a:off x="606658" y="4519308"/>
            <a:ext cx="45719" cy="36933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E345F6-042A-E3C8-AEAB-E5E0EB41B175}"/>
              </a:ext>
            </a:extLst>
          </p:cNvPr>
          <p:cNvSpPr txBox="1"/>
          <p:nvPr/>
        </p:nvSpPr>
        <p:spPr>
          <a:xfrm>
            <a:off x="462154" y="4121965"/>
            <a:ext cx="317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800" b="1" dirty="0">
                <a:solidFill>
                  <a:schemeClr val="accent1"/>
                </a:solidFill>
              </a:rPr>
              <a:t>Observed Issue</a:t>
            </a:r>
            <a:endParaRPr lang="en-US" sz="1800" dirty="0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EF66D4-35C5-2252-0703-ACFC51060919}"/>
              </a:ext>
            </a:extLst>
          </p:cNvPr>
          <p:cNvSpPr txBox="1"/>
          <p:nvPr/>
        </p:nvSpPr>
        <p:spPr>
          <a:xfrm>
            <a:off x="734996" y="4427593"/>
            <a:ext cx="5330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Many individuals detect these diseases </a:t>
            </a:r>
            <a:r>
              <a:rPr lang="en-US" sz="1600" b="1" dirty="0"/>
              <a:t>only after symptoms appear</a:t>
            </a:r>
            <a:endParaRPr 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B3C3B6-E0A5-E102-4FE9-5E8FD90EA206}"/>
              </a:ext>
            </a:extLst>
          </p:cNvPr>
          <p:cNvSpPr txBox="1"/>
          <p:nvPr/>
        </p:nvSpPr>
        <p:spPr>
          <a:xfrm>
            <a:off x="734995" y="4939342"/>
            <a:ext cx="58524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Lack of </a:t>
            </a:r>
            <a:r>
              <a:rPr lang="en-US" sz="1600" b="1" dirty="0"/>
              <a:t>personalized preventive health guidance</a:t>
            </a:r>
            <a:endParaRPr lang="en-US" sz="16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751C223-82ED-7516-EAE4-BAAD21B242B6}"/>
              </a:ext>
            </a:extLst>
          </p:cNvPr>
          <p:cNvSpPr/>
          <p:nvPr/>
        </p:nvSpPr>
        <p:spPr>
          <a:xfrm flipH="1">
            <a:off x="606656" y="6187327"/>
            <a:ext cx="45719" cy="369332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635184E-C440-39D0-FA57-CAA9F96EFB8A}"/>
              </a:ext>
            </a:extLst>
          </p:cNvPr>
          <p:cNvSpPr/>
          <p:nvPr/>
        </p:nvSpPr>
        <p:spPr>
          <a:xfrm flipH="1">
            <a:off x="606656" y="5758523"/>
            <a:ext cx="45722" cy="52864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FCEE7E-B26A-5B2A-A142-4A16347A9A17}"/>
              </a:ext>
            </a:extLst>
          </p:cNvPr>
          <p:cNvSpPr txBox="1"/>
          <p:nvPr/>
        </p:nvSpPr>
        <p:spPr>
          <a:xfrm>
            <a:off x="734996" y="5682813"/>
            <a:ext cx="5330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Leads to severe health complications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64DDC7-59CF-9AFD-B7F7-89AA52A97EBD}"/>
              </a:ext>
            </a:extLst>
          </p:cNvPr>
          <p:cNvSpPr txBox="1"/>
          <p:nvPr/>
        </p:nvSpPr>
        <p:spPr>
          <a:xfrm>
            <a:off x="734996" y="5988332"/>
            <a:ext cx="33749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Increases healthcare costs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3B9641-E1F0-B4B9-5153-A1670F3D9E83}"/>
              </a:ext>
            </a:extLst>
          </p:cNvPr>
          <p:cNvSpPr txBox="1"/>
          <p:nvPr/>
        </p:nvSpPr>
        <p:spPr>
          <a:xfrm>
            <a:off x="734995" y="6303173"/>
            <a:ext cx="34118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Reduces quality of life</a:t>
            </a:r>
          </a:p>
        </p:txBody>
      </p:sp>
    </p:spTree>
    <p:extLst>
      <p:ext uri="{BB962C8B-B14F-4D97-AF65-F5344CB8AC3E}">
        <p14:creationId xmlns:p14="http://schemas.microsoft.com/office/powerpoint/2010/main" val="391768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F210-BE28-EF88-4466-5605B4C2C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1625EE19-4C23-856F-B6C5-2A9A002855A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24" r="34424"/>
          <a:stretch>
            <a:fillRect/>
          </a:stretch>
        </p:blipFill>
        <p:spPr/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B8C0B01-8A38-9FAB-C932-5A63DF6E8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85236">
            <a:off x="8711576" y="2456958"/>
            <a:ext cx="2014833" cy="4062164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A863CBC-8A76-99EC-67E7-053A0F1606F5}"/>
              </a:ext>
            </a:extLst>
          </p:cNvPr>
          <p:cNvSpPr/>
          <p:nvPr/>
        </p:nvSpPr>
        <p:spPr>
          <a:xfrm rot="5931618">
            <a:off x="154915" y="-438077"/>
            <a:ext cx="1789306" cy="2292193"/>
          </a:xfrm>
          <a:custGeom>
            <a:avLst/>
            <a:gdLst>
              <a:gd name="connsiteX0" fmla="*/ 356744 w 1789306"/>
              <a:gd name="connsiteY0" fmla="*/ 2292193 h 2292193"/>
              <a:gd name="connsiteX1" fmla="*/ 0 w 1789306"/>
              <a:gd name="connsiteY1" fmla="*/ 3700 h 2292193"/>
              <a:gd name="connsiteX2" fmla="*/ 101188 w 1789306"/>
              <a:gd name="connsiteY2" fmla="*/ 0 h 2292193"/>
              <a:gd name="connsiteX3" fmla="*/ 366809 w 1789306"/>
              <a:gd name="connsiteY3" fmla="*/ 43942 h 2292193"/>
              <a:gd name="connsiteX4" fmla="*/ 932546 w 1789306"/>
              <a:gd name="connsiteY4" fmla="*/ 867834 h 2292193"/>
              <a:gd name="connsiteX5" fmla="*/ 822694 w 1789306"/>
              <a:gd name="connsiteY5" fmla="*/ 1543424 h 2292193"/>
              <a:gd name="connsiteX6" fmla="*/ 1674053 w 1789306"/>
              <a:gd name="connsiteY6" fmla="*/ 1988329 h 2292193"/>
              <a:gd name="connsiteX7" fmla="*/ 1786029 w 1789306"/>
              <a:gd name="connsiteY7" fmla="*/ 2065451 h 2292193"/>
              <a:gd name="connsiteX8" fmla="*/ 1789306 w 1789306"/>
              <a:gd name="connsiteY8" fmla="*/ 2068877 h 22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89306" h="2292193">
                <a:moveTo>
                  <a:pt x="356744" y="2292193"/>
                </a:moveTo>
                <a:lnTo>
                  <a:pt x="0" y="3700"/>
                </a:lnTo>
                <a:lnTo>
                  <a:pt x="101188" y="0"/>
                </a:lnTo>
                <a:cubicBezTo>
                  <a:pt x="191044" y="2403"/>
                  <a:pt x="280300" y="16479"/>
                  <a:pt x="366809" y="43942"/>
                </a:cubicBezTo>
                <a:cubicBezTo>
                  <a:pt x="712842" y="153794"/>
                  <a:pt x="987473" y="510811"/>
                  <a:pt x="932546" y="867834"/>
                </a:cubicBezTo>
                <a:cubicBezTo>
                  <a:pt x="899591" y="1098525"/>
                  <a:pt x="745797" y="1323719"/>
                  <a:pt x="822694" y="1543424"/>
                </a:cubicBezTo>
                <a:cubicBezTo>
                  <a:pt x="938042" y="1856506"/>
                  <a:pt x="1382941" y="1829040"/>
                  <a:pt x="1674053" y="1988329"/>
                </a:cubicBezTo>
                <a:cubicBezTo>
                  <a:pt x="1714561" y="2010299"/>
                  <a:pt x="1751893" y="2036217"/>
                  <a:pt x="1786029" y="2065451"/>
                </a:cubicBezTo>
                <a:lnTo>
                  <a:pt x="1789306" y="206887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7EEF475-F2FF-4F59-8FB2-A176D0C8E662}"/>
              </a:ext>
            </a:extLst>
          </p:cNvPr>
          <p:cNvSpPr/>
          <p:nvPr/>
        </p:nvSpPr>
        <p:spPr>
          <a:xfrm rot="16195231">
            <a:off x="-2511926" y="-2730879"/>
            <a:ext cx="4650372" cy="4198160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25D5BA6D-0107-3026-8C2B-86F8F1515A5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2" r="15082"/>
          <a:stretch>
            <a:fillRect/>
          </a:stretch>
        </p:blipFill>
        <p:spPr/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95BEE4E-754E-15E6-8CFE-06C1E4253A2D}"/>
              </a:ext>
            </a:extLst>
          </p:cNvPr>
          <p:cNvSpPr txBox="1"/>
          <p:nvPr/>
        </p:nvSpPr>
        <p:spPr>
          <a:xfrm>
            <a:off x="708281" y="604301"/>
            <a:ext cx="8550019" cy="844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accent1"/>
                </a:solidFill>
              </a:rPr>
              <a:t>Research Gap &amp; Objectives</a:t>
            </a:r>
            <a:endParaRPr lang="en-US" sz="5400" b="0" spc="-150" dirty="0">
              <a:solidFill>
                <a:schemeClr val="accent1"/>
              </a:solidFill>
              <a:latin typeface="+mj-lt"/>
              <a:cs typeface="Poppins Bold" panose="000008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86BA9F-8797-6B26-6455-B66C0896069A}"/>
              </a:ext>
            </a:extLst>
          </p:cNvPr>
          <p:cNvSpPr txBox="1"/>
          <p:nvPr/>
        </p:nvSpPr>
        <p:spPr>
          <a:xfrm>
            <a:off x="812433" y="1568578"/>
            <a:ext cx="317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800" b="1" dirty="0">
                <a:solidFill>
                  <a:schemeClr val="accent1"/>
                </a:solidFill>
              </a:rPr>
              <a:t>Research gap</a:t>
            </a:r>
            <a:endParaRPr lang="en-US" sz="18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7" name="Google Shape;590;p46">
            <a:extLst>
              <a:ext uri="{FF2B5EF4-FFF2-40B4-BE49-F238E27FC236}">
                <a16:creationId xmlns:a16="http://schemas.microsoft.com/office/drawing/2014/main" id="{FC9E7532-3AB6-A382-6126-793DADBF3C04}"/>
              </a:ext>
            </a:extLst>
          </p:cNvPr>
          <p:cNvSpPr/>
          <p:nvPr/>
        </p:nvSpPr>
        <p:spPr>
          <a:xfrm>
            <a:off x="812433" y="1888212"/>
            <a:ext cx="6519153" cy="1161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Most existing systems focus on </a:t>
            </a:r>
            <a:r>
              <a:rPr lang="en-US" sz="1600" b="1" dirty="0"/>
              <a:t>diagnosis after disease onset</a:t>
            </a:r>
            <a:r>
              <a:rPr lang="en-US" sz="1600" dirty="0"/>
              <a:t> rather than </a:t>
            </a:r>
            <a:r>
              <a:rPr lang="en-US" sz="1600" b="1" dirty="0"/>
              <a:t>early prediction and prevention</a:t>
            </a:r>
            <a:r>
              <a:rPr lang="en-US" sz="1600" dirty="0"/>
              <a:t> using integrated AI solutions.</a:t>
            </a:r>
            <a:endParaRPr lang="en-US" sz="1600" dirty="0">
              <a:ea typeface="Open Sans" pitchFamily="2" charset="0"/>
              <a:cs typeface="Open Sans" pitchFamily="2" charset="0"/>
              <a:sym typeface="Poppi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200C18-2F49-9A6C-466F-4A6E520142A3}"/>
              </a:ext>
            </a:extLst>
          </p:cNvPr>
          <p:cNvSpPr txBox="1"/>
          <p:nvPr/>
        </p:nvSpPr>
        <p:spPr>
          <a:xfrm>
            <a:off x="734026" y="3488556"/>
            <a:ext cx="317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800" b="1" dirty="0"/>
              <a:t>Main Objective</a:t>
            </a:r>
            <a:endParaRPr lang="en-US" sz="1800" b="1" dirty="0">
              <a:latin typeface="+mn-lt"/>
            </a:endParaRPr>
          </a:p>
        </p:txBody>
      </p:sp>
      <p:sp>
        <p:nvSpPr>
          <p:cNvPr id="14" name="Google Shape;590;p46">
            <a:extLst>
              <a:ext uri="{FF2B5EF4-FFF2-40B4-BE49-F238E27FC236}">
                <a16:creationId xmlns:a16="http://schemas.microsoft.com/office/drawing/2014/main" id="{9566D13D-A6A5-CB18-BD8C-466C868B69A5}"/>
              </a:ext>
            </a:extLst>
          </p:cNvPr>
          <p:cNvSpPr/>
          <p:nvPr/>
        </p:nvSpPr>
        <p:spPr>
          <a:xfrm>
            <a:off x="682536" y="4042375"/>
            <a:ext cx="6519153" cy="1899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Develop an </a:t>
            </a:r>
            <a:r>
              <a:rPr lang="en-US" sz="1600" b="1" dirty="0">
                <a:solidFill>
                  <a:schemeClr val="bg1"/>
                </a:solidFill>
              </a:rPr>
              <a:t>AI-driven integrated system</a:t>
            </a:r>
            <a:r>
              <a:rPr lang="en-US" sz="1600" dirty="0">
                <a:solidFill>
                  <a:schemeClr val="bg1"/>
                </a:solidFill>
              </a:rPr>
              <a:t> that: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Predicts early risk of hypertension &amp; diabetes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Provide recommendations to control risk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Provides AI-based dietary recommendations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Monitors stress levels for early hypertension detection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F23629-BE34-D55F-E60C-FAE3CD1182B9}"/>
              </a:ext>
            </a:extLst>
          </p:cNvPr>
          <p:cNvCxnSpPr>
            <a:cxnSpLocks/>
          </p:cNvCxnSpPr>
          <p:nvPr/>
        </p:nvCxnSpPr>
        <p:spPr>
          <a:xfrm>
            <a:off x="812433" y="1424387"/>
            <a:ext cx="171297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843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E24FC48-AD2D-A22C-7B31-1386F2CD51B0}"/>
              </a:ext>
            </a:extLst>
          </p:cNvPr>
          <p:cNvSpPr/>
          <p:nvPr/>
        </p:nvSpPr>
        <p:spPr>
          <a:xfrm>
            <a:off x="-44450" y="-4797"/>
            <a:ext cx="2529966" cy="1853400"/>
          </a:xfrm>
          <a:custGeom>
            <a:avLst/>
            <a:gdLst>
              <a:gd name="connsiteX0" fmla="*/ 0 w 2529966"/>
              <a:gd name="connsiteY0" fmla="*/ 0 h 2193857"/>
              <a:gd name="connsiteX1" fmla="*/ 2523563 w 2529966"/>
              <a:gd name="connsiteY1" fmla="*/ 0 h 2193857"/>
              <a:gd name="connsiteX2" fmla="*/ 2529966 w 2529966"/>
              <a:gd name="connsiteY2" fmla="*/ 132928 h 2193857"/>
              <a:gd name="connsiteX3" fmla="*/ 2486265 w 2529966"/>
              <a:gd name="connsiteY3" fmla="*/ 417536 h 2193857"/>
              <a:gd name="connsiteX4" fmla="*/ 1612176 w 2529966"/>
              <a:gd name="connsiteY4" fmla="*/ 1032763 h 2193857"/>
              <a:gd name="connsiteX5" fmla="*/ 888317 w 2529966"/>
              <a:gd name="connsiteY5" fmla="*/ 923655 h 2193857"/>
              <a:gd name="connsiteX6" fmla="*/ 423070 w 2529966"/>
              <a:gd name="connsiteY6" fmla="*/ 1839640 h 2193857"/>
              <a:gd name="connsiteX7" fmla="*/ 119338 w 2529966"/>
              <a:gd name="connsiteY7" fmla="*/ 2140774 h 2193857"/>
              <a:gd name="connsiteX8" fmla="*/ 0 w 2529966"/>
              <a:gd name="connsiteY8" fmla="*/ 2193857 h 2193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29966" h="2193857">
                <a:moveTo>
                  <a:pt x="0" y="0"/>
                </a:moveTo>
                <a:lnTo>
                  <a:pt x="2523563" y="0"/>
                </a:lnTo>
                <a:lnTo>
                  <a:pt x="2529966" y="132928"/>
                </a:lnTo>
                <a:cubicBezTo>
                  <a:pt x="2528509" y="229053"/>
                  <a:pt x="2514563" y="324680"/>
                  <a:pt x="2486265" y="417536"/>
                </a:cubicBezTo>
                <a:cubicBezTo>
                  <a:pt x="2373073" y="788956"/>
                  <a:pt x="1994669" y="1087079"/>
                  <a:pt x="1612176" y="1032763"/>
                </a:cubicBezTo>
                <a:cubicBezTo>
                  <a:pt x="1365060" y="1000378"/>
                  <a:pt x="1122324" y="838696"/>
                  <a:pt x="888317" y="923655"/>
                </a:cubicBezTo>
                <a:cubicBezTo>
                  <a:pt x="554926" y="1050891"/>
                  <a:pt x="589812" y="1526341"/>
                  <a:pt x="423070" y="1839640"/>
                </a:cubicBezTo>
                <a:cubicBezTo>
                  <a:pt x="354088" y="1970417"/>
                  <a:pt x="246754" y="2071072"/>
                  <a:pt x="119338" y="2140774"/>
                </a:cubicBezTo>
                <a:lnTo>
                  <a:pt x="0" y="2193857"/>
                </a:lnTo>
                <a:close/>
              </a:path>
            </a:pathLst>
          </a:custGeom>
          <a:solidFill>
            <a:schemeClr val="accent1"/>
          </a:solidFill>
          <a:ln w="81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AF7400A-2958-2D52-9A3D-990999A50609}"/>
              </a:ext>
            </a:extLst>
          </p:cNvPr>
          <p:cNvSpPr/>
          <p:nvPr/>
        </p:nvSpPr>
        <p:spPr>
          <a:xfrm rot="15623783">
            <a:off x="-3077831" y="-2585435"/>
            <a:ext cx="4973597" cy="4489955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2420FA-9E2F-5CDB-9406-A882A454F28E}"/>
              </a:ext>
            </a:extLst>
          </p:cNvPr>
          <p:cNvSpPr txBox="1"/>
          <p:nvPr/>
        </p:nvSpPr>
        <p:spPr>
          <a:xfrm>
            <a:off x="-787315" y="629183"/>
            <a:ext cx="8579930" cy="844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sz="5400" dirty="0">
                <a:solidFill>
                  <a:schemeClr val="accent1"/>
                </a:solidFill>
              </a:rPr>
              <a:t>Solution Overview </a:t>
            </a:r>
            <a:endParaRPr lang="en-US" sz="5400" b="0" spc="-150" dirty="0">
              <a:solidFill>
                <a:schemeClr val="accent1"/>
              </a:solidFill>
              <a:latin typeface="+mj-lt"/>
              <a:cs typeface="Poppins Bold" panose="00000800000000000000" pitchFamily="2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4098FBF-229F-2539-8972-B2BDCA9E17B1}"/>
              </a:ext>
            </a:extLst>
          </p:cNvPr>
          <p:cNvSpPr/>
          <p:nvPr/>
        </p:nvSpPr>
        <p:spPr>
          <a:xfrm rot="16534835">
            <a:off x="10262937" y="4978566"/>
            <a:ext cx="1694380" cy="2295770"/>
          </a:xfrm>
          <a:custGeom>
            <a:avLst/>
            <a:gdLst>
              <a:gd name="connsiteX0" fmla="*/ 1694380 w 1694380"/>
              <a:gd name="connsiteY0" fmla="*/ 2152132 h 2295770"/>
              <a:gd name="connsiteX1" fmla="*/ 224317 w 1694380"/>
              <a:gd name="connsiteY1" fmla="*/ 2295770 h 2295770"/>
              <a:gd name="connsiteX2" fmla="*/ 0 w 1694380"/>
              <a:gd name="connsiteY2" fmla="*/ 0 h 2295770"/>
              <a:gd name="connsiteX3" fmla="*/ 114464 w 1694380"/>
              <a:gd name="connsiteY3" fmla="*/ 10735 h 2295770"/>
              <a:gd name="connsiteX4" fmla="*/ 255164 w 1694380"/>
              <a:gd name="connsiteY4" fmla="*/ 44284 h 2295770"/>
              <a:gd name="connsiteX5" fmla="*/ 860222 w 1694380"/>
              <a:gd name="connsiteY5" fmla="*/ 925442 h 2295770"/>
              <a:gd name="connsiteX6" fmla="*/ 742735 w 1694380"/>
              <a:gd name="connsiteY6" fmla="*/ 1647988 h 2295770"/>
              <a:gd name="connsiteX7" fmla="*/ 1653267 w 1694380"/>
              <a:gd name="connsiteY7" fmla="*/ 2123816 h 229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94380" h="2295770">
                <a:moveTo>
                  <a:pt x="1694380" y="2152132"/>
                </a:moveTo>
                <a:lnTo>
                  <a:pt x="224317" y="2295770"/>
                </a:lnTo>
                <a:lnTo>
                  <a:pt x="0" y="0"/>
                </a:lnTo>
                <a:lnTo>
                  <a:pt x="114464" y="10735"/>
                </a:lnTo>
                <a:cubicBezTo>
                  <a:pt x="161907" y="18491"/>
                  <a:pt x="208903" y="29598"/>
                  <a:pt x="255164" y="44284"/>
                </a:cubicBezTo>
                <a:cubicBezTo>
                  <a:pt x="625247" y="161771"/>
                  <a:pt x="918966" y="543603"/>
                  <a:pt x="860222" y="925442"/>
                </a:cubicBezTo>
                <a:cubicBezTo>
                  <a:pt x="824976" y="1172166"/>
                  <a:pt x="660493" y="1413013"/>
                  <a:pt x="742735" y="1647988"/>
                </a:cubicBezTo>
                <a:cubicBezTo>
                  <a:pt x="866100" y="1982832"/>
                  <a:pt x="1341922" y="1953457"/>
                  <a:pt x="1653267" y="2123816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2875900-4BE8-5A35-DBA8-6B7A82C45457}"/>
              </a:ext>
            </a:extLst>
          </p:cNvPr>
          <p:cNvSpPr/>
          <p:nvPr/>
        </p:nvSpPr>
        <p:spPr>
          <a:xfrm rot="5198448">
            <a:off x="10097510" y="5271096"/>
            <a:ext cx="4973597" cy="4489955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4C9867-745C-C721-9F80-82AB79C0B3A8}"/>
              </a:ext>
            </a:extLst>
          </p:cNvPr>
          <p:cNvSpPr txBox="1"/>
          <p:nvPr/>
        </p:nvSpPr>
        <p:spPr>
          <a:xfrm>
            <a:off x="1383388" y="3162836"/>
            <a:ext cx="4957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600" dirty="0">
                <a:solidFill>
                  <a:schemeClr val="accent1"/>
                </a:solidFill>
              </a:rPr>
              <a:t>FR1-Hypertension Risk Prediction </a:t>
            </a:r>
            <a:endParaRPr lang="en-US" sz="1600" b="1" dirty="0">
              <a:solidFill>
                <a:schemeClr val="accent1"/>
              </a:solidFill>
              <a:latin typeface="+mn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9C2810F-B3B7-3BA1-D7C9-FE17C261CC66}"/>
              </a:ext>
            </a:extLst>
          </p:cNvPr>
          <p:cNvGrpSpPr/>
          <p:nvPr/>
        </p:nvGrpSpPr>
        <p:grpSpPr>
          <a:xfrm>
            <a:off x="568820" y="3069083"/>
            <a:ext cx="636231" cy="636231"/>
            <a:chOff x="1424303" y="2919440"/>
            <a:chExt cx="1226110" cy="122611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9D65F4D-E0F4-98E9-4762-AB3DD3AFC9C2}"/>
                </a:ext>
              </a:extLst>
            </p:cNvPr>
            <p:cNvSpPr/>
            <p:nvPr/>
          </p:nvSpPr>
          <p:spPr>
            <a:xfrm>
              <a:off x="1424303" y="2919440"/>
              <a:ext cx="1226110" cy="12261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aphic 30">
              <a:extLst>
                <a:ext uri="{FF2B5EF4-FFF2-40B4-BE49-F238E27FC236}">
                  <a16:creationId xmlns:a16="http://schemas.microsoft.com/office/drawing/2014/main" id="{264A5879-8206-DFA2-E0F7-1558E1033AFF}"/>
                </a:ext>
              </a:extLst>
            </p:cNvPr>
            <p:cNvGrpSpPr/>
            <p:nvPr/>
          </p:nvGrpSpPr>
          <p:grpSpPr>
            <a:xfrm>
              <a:off x="1761412" y="3304839"/>
              <a:ext cx="551893" cy="455313"/>
              <a:chOff x="4064000" y="1803400"/>
              <a:chExt cx="4064000" cy="3352800"/>
            </a:xfrm>
            <a:solidFill>
              <a:schemeClr val="bg1"/>
            </a:solidFill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2AB61BF-C0E5-BA21-BD83-98F5444A475F}"/>
                  </a:ext>
                </a:extLst>
              </p:cNvPr>
              <p:cNvSpPr/>
              <p:nvPr/>
            </p:nvSpPr>
            <p:spPr>
              <a:xfrm>
                <a:off x="4673600" y="1803400"/>
                <a:ext cx="3454400" cy="3352800"/>
              </a:xfrm>
              <a:custGeom>
                <a:avLst/>
                <a:gdLst>
                  <a:gd name="connsiteX0" fmla="*/ 1476858 w 3454400"/>
                  <a:gd name="connsiteY0" fmla="*/ 3111602 h 3352800"/>
                  <a:gd name="connsiteX1" fmla="*/ 1727200 w 3454400"/>
                  <a:gd name="connsiteY1" fmla="*/ 3352800 h 3352800"/>
                  <a:gd name="connsiteX2" fmla="*/ 1977746 w 3454400"/>
                  <a:gd name="connsiteY2" fmla="*/ 3113431 h 3352800"/>
                  <a:gd name="connsiteX3" fmla="*/ 1984451 w 3454400"/>
                  <a:gd name="connsiteY3" fmla="*/ 3106928 h 3352800"/>
                  <a:gd name="connsiteX4" fmla="*/ 3454400 w 3454400"/>
                  <a:gd name="connsiteY4" fmla="*/ 1005027 h 3352800"/>
                  <a:gd name="connsiteX5" fmla="*/ 2504440 w 3454400"/>
                  <a:gd name="connsiteY5" fmla="*/ 0 h 3352800"/>
                  <a:gd name="connsiteX6" fmla="*/ 1727200 w 3454400"/>
                  <a:gd name="connsiteY6" fmla="*/ 382016 h 3352800"/>
                  <a:gd name="connsiteX7" fmla="*/ 949960 w 3454400"/>
                  <a:gd name="connsiteY7" fmla="*/ 0 h 3352800"/>
                  <a:gd name="connsiteX8" fmla="*/ 0 w 3454400"/>
                  <a:gd name="connsiteY8" fmla="*/ 1004824 h 3352800"/>
                  <a:gd name="connsiteX9" fmla="*/ 162154 w 3454400"/>
                  <a:gd name="connsiteY9" fmla="*/ 1625600 h 3352800"/>
                  <a:gd name="connsiteX10" fmla="*/ 787400 w 3454400"/>
                  <a:gd name="connsiteY10" fmla="*/ 1625600 h 3352800"/>
                  <a:gd name="connsiteX11" fmla="*/ 1253134 w 3454400"/>
                  <a:gd name="connsiteY11" fmla="*/ 875792 h 3352800"/>
                  <a:gd name="connsiteX12" fmla="*/ 1583538 w 3454400"/>
                  <a:gd name="connsiteY12" fmla="*/ 1756867 h 3352800"/>
                  <a:gd name="connsiteX13" fmla="*/ 1968805 w 3454400"/>
                  <a:gd name="connsiteY13" fmla="*/ 1371600 h 3352800"/>
                  <a:gd name="connsiteX14" fmla="*/ 2641600 w 3454400"/>
                  <a:gd name="connsiteY14" fmla="*/ 1371600 h 3352800"/>
                  <a:gd name="connsiteX15" fmla="*/ 2641600 w 3454400"/>
                  <a:gd name="connsiteY15" fmla="*/ 1676400 h 3352800"/>
                  <a:gd name="connsiteX16" fmla="*/ 2094992 w 3454400"/>
                  <a:gd name="connsiteY16" fmla="*/ 1676400 h 3352800"/>
                  <a:gd name="connsiteX17" fmla="*/ 1464462 w 3454400"/>
                  <a:gd name="connsiteY17" fmla="*/ 2307133 h 3352800"/>
                  <a:gd name="connsiteX18" fmla="*/ 1185266 w 3454400"/>
                  <a:gd name="connsiteY18" fmla="*/ 1562811 h 3352800"/>
                  <a:gd name="connsiteX19" fmla="*/ 957072 w 3454400"/>
                  <a:gd name="connsiteY19" fmla="*/ 1930400 h 3352800"/>
                  <a:gd name="connsiteX20" fmla="*/ 354381 w 3454400"/>
                  <a:gd name="connsiteY20" fmla="*/ 1930400 h 3352800"/>
                  <a:gd name="connsiteX21" fmla="*/ 1474622 w 3454400"/>
                  <a:gd name="connsiteY21" fmla="*/ 3109570 h 3352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454400" h="3352800">
                    <a:moveTo>
                      <a:pt x="1476858" y="3111602"/>
                    </a:moveTo>
                    <a:lnTo>
                      <a:pt x="1727200" y="3352800"/>
                    </a:lnTo>
                    <a:lnTo>
                      <a:pt x="1977746" y="3113431"/>
                    </a:lnTo>
                    <a:lnTo>
                      <a:pt x="1984451" y="3106928"/>
                    </a:lnTo>
                    <a:cubicBezTo>
                      <a:pt x="2870200" y="2255520"/>
                      <a:pt x="3454400" y="1693875"/>
                      <a:pt x="3454400" y="1005027"/>
                    </a:cubicBezTo>
                    <a:cubicBezTo>
                      <a:pt x="3454400" y="442163"/>
                      <a:pt x="3036418" y="0"/>
                      <a:pt x="2504440" y="0"/>
                    </a:cubicBezTo>
                    <a:cubicBezTo>
                      <a:pt x="2203907" y="0"/>
                      <a:pt x="1915566" y="147930"/>
                      <a:pt x="1727200" y="382016"/>
                    </a:cubicBezTo>
                    <a:cubicBezTo>
                      <a:pt x="1538834" y="147726"/>
                      <a:pt x="1250493" y="0"/>
                      <a:pt x="949960" y="0"/>
                    </a:cubicBezTo>
                    <a:cubicBezTo>
                      <a:pt x="417982" y="0"/>
                      <a:pt x="0" y="442163"/>
                      <a:pt x="0" y="1004824"/>
                    </a:cubicBezTo>
                    <a:cubicBezTo>
                      <a:pt x="0" y="1220013"/>
                      <a:pt x="56896" y="1422603"/>
                      <a:pt x="162154" y="1625600"/>
                    </a:cubicBezTo>
                    <a:lnTo>
                      <a:pt x="787400" y="1625600"/>
                    </a:lnTo>
                    <a:lnTo>
                      <a:pt x="1253134" y="875792"/>
                    </a:lnTo>
                    <a:lnTo>
                      <a:pt x="1583538" y="1756867"/>
                    </a:lnTo>
                    <a:lnTo>
                      <a:pt x="1968805" y="1371600"/>
                    </a:lnTo>
                    <a:lnTo>
                      <a:pt x="2641600" y="1371600"/>
                    </a:lnTo>
                    <a:lnTo>
                      <a:pt x="2641600" y="1676400"/>
                    </a:lnTo>
                    <a:lnTo>
                      <a:pt x="2094992" y="1676400"/>
                    </a:lnTo>
                    <a:lnTo>
                      <a:pt x="1464462" y="2307133"/>
                    </a:lnTo>
                    <a:lnTo>
                      <a:pt x="1185266" y="1562811"/>
                    </a:lnTo>
                    <a:lnTo>
                      <a:pt x="957072" y="1930400"/>
                    </a:lnTo>
                    <a:lnTo>
                      <a:pt x="354381" y="1930400"/>
                    </a:lnTo>
                    <a:cubicBezTo>
                      <a:pt x="613258" y="2283155"/>
                      <a:pt x="1000963" y="2655214"/>
                      <a:pt x="1474622" y="3109570"/>
                    </a:cubicBezTo>
                    <a:close/>
                  </a:path>
                </a:pathLst>
              </a:custGeom>
              <a:grpFill/>
              <a:ln w="203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6B66E047-B398-3093-9FC9-94BF197F41F6}"/>
                  </a:ext>
                </a:extLst>
              </p:cNvPr>
              <p:cNvSpPr/>
              <p:nvPr/>
            </p:nvSpPr>
            <p:spPr>
              <a:xfrm>
                <a:off x="4064000" y="3429000"/>
                <a:ext cx="1016000" cy="304800"/>
              </a:xfrm>
              <a:custGeom>
                <a:avLst/>
                <a:gdLst>
                  <a:gd name="connsiteX0" fmla="*/ 1016000 w 1016000"/>
                  <a:gd name="connsiteY0" fmla="*/ 304800 h 304800"/>
                  <a:gd name="connsiteX1" fmla="*/ 0 w 1016000"/>
                  <a:gd name="connsiteY1" fmla="*/ 304800 h 304800"/>
                  <a:gd name="connsiteX2" fmla="*/ 0 w 1016000"/>
                  <a:gd name="connsiteY2" fmla="*/ 0 h 304800"/>
                  <a:gd name="connsiteX3" fmla="*/ 812800 w 1016000"/>
                  <a:gd name="connsiteY3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6000" h="304800">
                    <a:moveTo>
                      <a:pt x="1016000" y="304800"/>
                    </a:moveTo>
                    <a:lnTo>
                      <a:pt x="0" y="304800"/>
                    </a:lnTo>
                    <a:lnTo>
                      <a:pt x="0" y="0"/>
                    </a:lnTo>
                    <a:lnTo>
                      <a:pt x="812800" y="0"/>
                    </a:lnTo>
                    <a:close/>
                  </a:path>
                </a:pathLst>
              </a:custGeom>
              <a:grpFill/>
              <a:ln w="203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2738705-7334-9380-F10B-539D200B9178}"/>
              </a:ext>
            </a:extLst>
          </p:cNvPr>
          <p:cNvSpPr txBox="1"/>
          <p:nvPr/>
        </p:nvSpPr>
        <p:spPr>
          <a:xfrm>
            <a:off x="1245149" y="4084718"/>
            <a:ext cx="4046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algn="ctr"/>
            <a:r>
              <a:rPr lang="en-US" sz="1600" dirty="0">
                <a:solidFill>
                  <a:schemeClr val="accent1"/>
                </a:solidFill>
              </a:rPr>
              <a:t>FR2-Diabetes Risk Prediction model</a:t>
            </a:r>
            <a:endParaRPr lang="en-US" sz="16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E980B6-A87B-C8BA-BF38-ED934604D108}"/>
              </a:ext>
            </a:extLst>
          </p:cNvPr>
          <p:cNvSpPr txBox="1"/>
          <p:nvPr/>
        </p:nvSpPr>
        <p:spPr>
          <a:xfrm>
            <a:off x="1383388" y="4959199"/>
            <a:ext cx="6157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600" dirty="0">
                <a:solidFill>
                  <a:schemeClr val="accent1"/>
                </a:solidFill>
              </a:rPr>
              <a:t>FR3 - AI-powered food recognition with nutrient analysis</a:t>
            </a:r>
            <a:endParaRPr lang="en-US" sz="1600" b="1" dirty="0">
              <a:solidFill>
                <a:schemeClr val="accent1"/>
              </a:solidFill>
              <a:latin typeface="+mn-l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73B7A1-5365-F267-82D0-A6352B9BFDFB}"/>
              </a:ext>
            </a:extLst>
          </p:cNvPr>
          <p:cNvGrpSpPr/>
          <p:nvPr/>
        </p:nvGrpSpPr>
        <p:grpSpPr>
          <a:xfrm>
            <a:off x="568822" y="3935879"/>
            <a:ext cx="636231" cy="636231"/>
            <a:chOff x="4037849" y="2919440"/>
            <a:chExt cx="1226110" cy="122611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680E81A-A40F-B574-8C3F-BF621125135F}"/>
                </a:ext>
              </a:extLst>
            </p:cNvPr>
            <p:cNvSpPr/>
            <p:nvPr/>
          </p:nvSpPr>
          <p:spPr>
            <a:xfrm>
              <a:off x="4037849" y="2919440"/>
              <a:ext cx="1226110" cy="12261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Graphic 41">
              <a:extLst>
                <a:ext uri="{FF2B5EF4-FFF2-40B4-BE49-F238E27FC236}">
                  <a16:creationId xmlns:a16="http://schemas.microsoft.com/office/drawing/2014/main" id="{F2F56A7A-9C6F-E619-5B56-22A23227713D}"/>
                </a:ext>
              </a:extLst>
            </p:cNvPr>
            <p:cNvSpPr/>
            <p:nvPr/>
          </p:nvSpPr>
          <p:spPr>
            <a:xfrm>
              <a:off x="4442834" y="3266685"/>
              <a:ext cx="416141" cy="531620"/>
            </a:xfrm>
            <a:custGeom>
              <a:avLst/>
              <a:gdLst>
                <a:gd name="connsiteX0" fmla="*/ 1219200 w 2844800"/>
                <a:gd name="connsiteY0" fmla="*/ 2422754 h 3634231"/>
                <a:gd name="connsiteX1" fmla="*/ 1625600 w 2844800"/>
                <a:gd name="connsiteY1" fmla="*/ 2422754 h 3634231"/>
                <a:gd name="connsiteX2" fmla="*/ 1625600 w 2844800"/>
                <a:gd name="connsiteY2" fmla="*/ 1914754 h 3634231"/>
                <a:gd name="connsiteX3" fmla="*/ 2133600 w 2844800"/>
                <a:gd name="connsiteY3" fmla="*/ 1914754 h 3634231"/>
                <a:gd name="connsiteX4" fmla="*/ 2133600 w 2844800"/>
                <a:gd name="connsiteY4" fmla="*/ 1508354 h 3634231"/>
                <a:gd name="connsiteX5" fmla="*/ 1625600 w 2844800"/>
                <a:gd name="connsiteY5" fmla="*/ 1508354 h 3634231"/>
                <a:gd name="connsiteX6" fmla="*/ 1625600 w 2844800"/>
                <a:gd name="connsiteY6" fmla="*/ 1000354 h 3634231"/>
                <a:gd name="connsiteX7" fmla="*/ 1219200 w 2844800"/>
                <a:gd name="connsiteY7" fmla="*/ 1000354 h 3634231"/>
                <a:gd name="connsiteX8" fmla="*/ 1219200 w 2844800"/>
                <a:gd name="connsiteY8" fmla="*/ 1508354 h 3634231"/>
                <a:gd name="connsiteX9" fmla="*/ 711200 w 2844800"/>
                <a:gd name="connsiteY9" fmla="*/ 1508354 h 3634231"/>
                <a:gd name="connsiteX10" fmla="*/ 711200 w 2844800"/>
                <a:gd name="connsiteY10" fmla="*/ 1914754 h 3634231"/>
                <a:gd name="connsiteX11" fmla="*/ 1219200 w 2844800"/>
                <a:gd name="connsiteY11" fmla="*/ 1914754 h 3634231"/>
                <a:gd name="connsiteX12" fmla="*/ 1219200 w 2844800"/>
                <a:gd name="connsiteY12" fmla="*/ 2422754 h 3634231"/>
                <a:gd name="connsiteX13" fmla="*/ 1422400 w 2844800"/>
                <a:gd name="connsiteY13" fmla="*/ 3634232 h 3634231"/>
                <a:gd name="connsiteX14" fmla="*/ 404978 w 2844800"/>
                <a:gd name="connsiteY14" fmla="*/ 2892349 h 3634231"/>
                <a:gd name="connsiteX15" fmla="*/ 0 w 2844800"/>
                <a:gd name="connsiteY15" fmla="*/ 1630274 h 3634231"/>
                <a:gd name="connsiteX16" fmla="*/ 0 w 2844800"/>
                <a:gd name="connsiteY16" fmla="*/ 531368 h 3634231"/>
                <a:gd name="connsiteX17" fmla="*/ 1422400 w 2844800"/>
                <a:gd name="connsiteY17" fmla="*/ 0 h 3634231"/>
                <a:gd name="connsiteX18" fmla="*/ 2844800 w 2844800"/>
                <a:gd name="connsiteY18" fmla="*/ 531368 h 3634231"/>
                <a:gd name="connsiteX19" fmla="*/ 2844800 w 2844800"/>
                <a:gd name="connsiteY19" fmla="*/ 1630274 h 3634231"/>
                <a:gd name="connsiteX20" fmla="*/ 2439823 w 2844800"/>
                <a:gd name="connsiteY20" fmla="*/ 2892146 h 3634231"/>
                <a:gd name="connsiteX21" fmla="*/ 1422400 w 2844800"/>
                <a:gd name="connsiteY21" fmla="*/ 3634232 h 3634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44800" h="3634231">
                  <a:moveTo>
                    <a:pt x="1219200" y="2422754"/>
                  </a:moveTo>
                  <a:lnTo>
                    <a:pt x="1625600" y="2422754"/>
                  </a:lnTo>
                  <a:lnTo>
                    <a:pt x="1625600" y="1914754"/>
                  </a:lnTo>
                  <a:lnTo>
                    <a:pt x="2133600" y="1914754"/>
                  </a:lnTo>
                  <a:lnTo>
                    <a:pt x="2133600" y="1508354"/>
                  </a:lnTo>
                  <a:lnTo>
                    <a:pt x="1625600" y="1508354"/>
                  </a:lnTo>
                  <a:lnTo>
                    <a:pt x="1625600" y="1000354"/>
                  </a:lnTo>
                  <a:lnTo>
                    <a:pt x="1219200" y="1000354"/>
                  </a:lnTo>
                  <a:lnTo>
                    <a:pt x="1219200" y="1508354"/>
                  </a:lnTo>
                  <a:lnTo>
                    <a:pt x="711200" y="1508354"/>
                  </a:lnTo>
                  <a:lnTo>
                    <a:pt x="711200" y="1914754"/>
                  </a:lnTo>
                  <a:lnTo>
                    <a:pt x="1219200" y="1914754"/>
                  </a:lnTo>
                  <a:lnTo>
                    <a:pt x="1219200" y="2422754"/>
                  </a:lnTo>
                  <a:close/>
                  <a:moveTo>
                    <a:pt x="1422400" y="3634232"/>
                  </a:moveTo>
                  <a:cubicBezTo>
                    <a:pt x="1014239" y="3512990"/>
                    <a:pt x="675098" y="3265695"/>
                    <a:pt x="404978" y="2892349"/>
                  </a:cubicBezTo>
                  <a:cubicBezTo>
                    <a:pt x="134993" y="2518867"/>
                    <a:pt x="0" y="2098176"/>
                    <a:pt x="0" y="1630274"/>
                  </a:cubicBezTo>
                  <a:lnTo>
                    <a:pt x="0" y="531368"/>
                  </a:lnTo>
                  <a:lnTo>
                    <a:pt x="1422400" y="0"/>
                  </a:lnTo>
                  <a:lnTo>
                    <a:pt x="2844800" y="531368"/>
                  </a:lnTo>
                  <a:lnTo>
                    <a:pt x="2844800" y="1630274"/>
                  </a:lnTo>
                  <a:cubicBezTo>
                    <a:pt x="2844800" y="2098176"/>
                    <a:pt x="2709808" y="2518800"/>
                    <a:pt x="2439823" y="2892146"/>
                  </a:cubicBezTo>
                  <a:cubicBezTo>
                    <a:pt x="2169702" y="3265627"/>
                    <a:pt x="1830561" y="3512990"/>
                    <a:pt x="1422400" y="3634232"/>
                  </a:cubicBezTo>
                  <a:close/>
                </a:path>
              </a:pathLst>
            </a:custGeom>
            <a:solidFill>
              <a:schemeClr val="bg1"/>
            </a:solidFill>
            <a:ln w="2032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5FBBE8F-AA58-A662-AEFC-65D62202E8E7}"/>
              </a:ext>
            </a:extLst>
          </p:cNvPr>
          <p:cNvSpPr txBox="1"/>
          <p:nvPr/>
        </p:nvSpPr>
        <p:spPr>
          <a:xfrm>
            <a:off x="1383388" y="5865423"/>
            <a:ext cx="358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600" dirty="0">
                <a:solidFill>
                  <a:schemeClr val="accent1"/>
                </a:solidFill>
              </a:rPr>
              <a:t>FR4-Stress Monitoring AI Agent</a:t>
            </a:r>
            <a:endParaRPr lang="en-US" sz="1600" b="1" dirty="0">
              <a:solidFill>
                <a:schemeClr val="accent1"/>
              </a:solidFill>
              <a:latin typeface="+mn-lt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FB4CF65-0E53-99C6-819F-971BD7AB5EBB}"/>
              </a:ext>
            </a:extLst>
          </p:cNvPr>
          <p:cNvGrpSpPr/>
          <p:nvPr/>
        </p:nvGrpSpPr>
        <p:grpSpPr>
          <a:xfrm>
            <a:off x="568821" y="4757381"/>
            <a:ext cx="636231" cy="636231"/>
            <a:chOff x="1344431" y="5174545"/>
            <a:chExt cx="1226110" cy="122611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5533880-3AC4-F533-CC1A-2E5495BA68D0}"/>
                </a:ext>
              </a:extLst>
            </p:cNvPr>
            <p:cNvSpPr/>
            <p:nvPr/>
          </p:nvSpPr>
          <p:spPr>
            <a:xfrm>
              <a:off x="1344431" y="5174545"/>
              <a:ext cx="1226110" cy="122611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Graphic 38">
              <a:extLst>
                <a:ext uri="{FF2B5EF4-FFF2-40B4-BE49-F238E27FC236}">
                  <a16:creationId xmlns:a16="http://schemas.microsoft.com/office/drawing/2014/main" id="{4E4EF25A-CD57-EE11-B90C-7CCEEAC63BA5}"/>
                </a:ext>
              </a:extLst>
            </p:cNvPr>
            <p:cNvSpPr/>
            <p:nvPr/>
          </p:nvSpPr>
          <p:spPr>
            <a:xfrm>
              <a:off x="1688610" y="5569502"/>
              <a:ext cx="537751" cy="510862"/>
            </a:xfrm>
            <a:custGeom>
              <a:avLst/>
              <a:gdLst>
                <a:gd name="connsiteX0" fmla="*/ 4064000 w 4064000"/>
                <a:gd name="connsiteY0" fmla="*/ 3048000 h 3860800"/>
                <a:gd name="connsiteX1" fmla="*/ 3251200 w 4064000"/>
                <a:gd name="connsiteY1" fmla="*/ 3860800 h 3860800"/>
                <a:gd name="connsiteX2" fmla="*/ 2438400 w 4064000"/>
                <a:gd name="connsiteY2" fmla="*/ 3860800 h 3860800"/>
                <a:gd name="connsiteX3" fmla="*/ 1625600 w 4064000"/>
                <a:gd name="connsiteY3" fmla="*/ 3048000 h 3860800"/>
                <a:gd name="connsiteX4" fmla="*/ 1625600 w 4064000"/>
                <a:gd name="connsiteY4" fmla="*/ 2641600 h 3860800"/>
                <a:gd name="connsiteX5" fmla="*/ 4064000 w 4064000"/>
                <a:gd name="connsiteY5" fmla="*/ 2641600 h 3860800"/>
                <a:gd name="connsiteX6" fmla="*/ 4064000 w 4064000"/>
                <a:gd name="connsiteY6" fmla="*/ 3048000 h 3860800"/>
                <a:gd name="connsiteX7" fmla="*/ 406400 w 4064000"/>
                <a:gd name="connsiteY7" fmla="*/ 0 h 3860800"/>
                <a:gd name="connsiteX8" fmla="*/ 2438400 w 4064000"/>
                <a:gd name="connsiteY8" fmla="*/ 0 h 3860800"/>
                <a:gd name="connsiteX9" fmla="*/ 2844800 w 4064000"/>
                <a:gd name="connsiteY9" fmla="*/ 406400 h 3860800"/>
                <a:gd name="connsiteX10" fmla="*/ 2844800 w 4064000"/>
                <a:gd name="connsiteY10" fmla="*/ 2235200 h 3860800"/>
                <a:gd name="connsiteX11" fmla="*/ 1219200 w 4064000"/>
                <a:gd name="connsiteY11" fmla="*/ 2235200 h 3860800"/>
                <a:gd name="connsiteX12" fmla="*/ 1219200 w 4064000"/>
                <a:gd name="connsiteY12" fmla="*/ 3251200 h 3860800"/>
                <a:gd name="connsiteX13" fmla="*/ 406400 w 4064000"/>
                <a:gd name="connsiteY13" fmla="*/ 3251200 h 3860800"/>
                <a:gd name="connsiteX14" fmla="*/ 0 w 4064000"/>
                <a:gd name="connsiteY14" fmla="*/ 2844800 h 3860800"/>
                <a:gd name="connsiteX15" fmla="*/ 0 w 4064000"/>
                <a:gd name="connsiteY15" fmla="*/ 406400 h 3860800"/>
                <a:gd name="connsiteX16" fmla="*/ 406400 w 4064000"/>
                <a:gd name="connsiteY16" fmla="*/ 0 h 3860800"/>
                <a:gd name="connsiteX17" fmla="*/ 406400 w 4064000"/>
                <a:gd name="connsiteY17" fmla="*/ 609600 h 3860800"/>
                <a:gd name="connsiteX18" fmla="*/ 406400 w 4064000"/>
                <a:gd name="connsiteY18" fmla="*/ 1016000 h 3860800"/>
                <a:gd name="connsiteX19" fmla="*/ 812800 w 4064000"/>
                <a:gd name="connsiteY19" fmla="*/ 1016000 h 3860800"/>
                <a:gd name="connsiteX20" fmla="*/ 812800 w 4064000"/>
                <a:gd name="connsiteY20" fmla="*/ 609600 h 3860800"/>
                <a:gd name="connsiteX21" fmla="*/ 406400 w 4064000"/>
                <a:gd name="connsiteY21" fmla="*/ 609600 h 3860800"/>
                <a:gd name="connsiteX22" fmla="*/ 2438400 w 4064000"/>
                <a:gd name="connsiteY22" fmla="*/ 1016000 h 3860800"/>
                <a:gd name="connsiteX23" fmla="*/ 2438400 w 4064000"/>
                <a:gd name="connsiteY23" fmla="*/ 609600 h 3860800"/>
                <a:gd name="connsiteX24" fmla="*/ 1219200 w 4064000"/>
                <a:gd name="connsiteY24" fmla="*/ 609600 h 3860800"/>
                <a:gd name="connsiteX25" fmla="*/ 1219200 w 4064000"/>
                <a:gd name="connsiteY25" fmla="*/ 1016000 h 3860800"/>
                <a:gd name="connsiteX26" fmla="*/ 2438400 w 4064000"/>
                <a:gd name="connsiteY26" fmla="*/ 1016000 h 3860800"/>
                <a:gd name="connsiteX27" fmla="*/ 406400 w 4064000"/>
                <a:gd name="connsiteY27" fmla="*/ 1422400 h 3860800"/>
                <a:gd name="connsiteX28" fmla="*/ 406400 w 4064000"/>
                <a:gd name="connsiteY28" fmla="*/ 1828800 h 3860800"/>
                <a:gd name="connsiteX29" fmla="*/ 812800 w 4064000"/>
                <a:gd name="connsiteY29" fmla="*/ 1828800 h 3860800"/>
                <a:gd name="connsiteX30" fmla="*/ 812800 w 4064000"/>
                <a:gd name="connsiteY30" fmla="*/ 1422400 h 3860800"/>
                <a:gd name="connsiteX31" fmla="*/ 406400 w 4064000"/>
                <a:gd name="connsiteY31" fmla="*/ 1422400 h 3860800"/>
                <a:gd name="connsiteX32" fmla="*/ 1219200 w 4064000"/>
                <a:gd name="connsiteY32" fmla="*/ 1422400 h 3860800"/>
                <a:gd name="connsiteX33" fmla="*/ 1219200 w 4064000"/>
                <a:gd name="connsiteY33" fmla="*/ 1828800 h 3860800"/>
                <a:gd name="connsiteX34" fmla="*/ 2438400 w 4064000"/>
                <a:gd name="connsiteY34" fmla="*/ 1828800 h 3860800"/>
                <a:gd name="connsiteX35" fmla="*/ 2438400 w 4064000"/>
                <a:gd name="connsiteY35" fmla="*/ 1422400 h 3860800"/>
                <a:gd name="connsiteX36" fmla="*/ 1219200 w 4064000"/>
                <a:gd name="connsiteY36" fmla="*/ 1422400 h 3860800"/>
                <a:gd name="connsiteX37" fmla="*/ 406400 w 4064000"/>
                <a:gd name="connsiteY37" fmla="*/ 2235200 h 3860800"/>
                <a:gd name="connsiteX38" fmla="*/ 406400 w 4064000"/>
                <a:gd name="connsiteY38" fmla="*/ 2641600 h 3860800"/>
                <a:gd name="connsiteX39" fmla="*/ 812800 w 4064000"/>
                <a:gd name="connsiteY39" fmla="*/ 2641600 h 3860800"/>
                <a:gd name="connsiteX40" fmla="*/ 812800 w 4064000"/>
                <a:gd name="connsiteY40" fmla="*/ 2235200 h 3860800"/>
                <a:gd name="connsiteX41" fmla="*/ 406400 w 4064000"/>
                <a:gd name="connsiteY41" fmla="*/ 2235200 h 386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064000" h="3860800">
                  <a:moveTo>
                    <a:pt x="4064000" y="3048000"/>
                  </a:moveTo>
                  <a:cubicBezTo>
                    <a:pt x="4064000" y="3496897"/>
                    <a:pt x="3700097" y="3860800"/>
                    <a:pt x="3251200" y="3860800"/>
                  </a:cubicBezTo>
                  <a:lnTo>
                    <a:pt x="2438400" y="3860800"/>
                  </a:lnTo>
                  <a:cubicBezTo>
                    <a:pt x="1989503" y="3860800"/>
                    <a:pt x="1625600" y="3496897"/>
                    <a:pt x="1625600" y="3048000"/>
                  </a:cubicBezTo>
                  <a:lnTo>
                    <a:pt x="1625600" y="2641600"/>
                  </a:lnTo>
                  <a:lnTo>
                    <a:pt x="4064000" y="2641600"/>
                  </a:lnTo>
                  <a:lnTo>
                    <a:pt x="4064000" y="3048000"/>
                  </a:lnTo>
                  <a:moveTo>
                    <a:pt x="406400" y="0"/>
                  </a:moveTo>
                  <a:lnTo>
                    <a:pt x="2438400" y="0"/>
                  </a:lnTo>
                  <a:cubicBezTo>
                    <a:pt x="2662849" y="0"/>
                    <a:pt x="2844800" y="181951"/>
                    <a:pt x="2844800" y="406400"/>
                  </a:cubicBezTo>
                  <a:lnTo>
                    <a:pt x="2844800" y="2235200"/>
                  </a:lnTo>
                  <a:lnTo>
                    <a:pt x="1219200" y="2235200"/>
                  </a:lnTo>
                  <a:lnTo>
                    <a:pt x="1219200" y="3251200"/>
                  </a:lnTo>
                  <a:lnTo>
                    <a:pt x="406400" y="3251200"/>
                  </a:lnTo>
                  <a:cubicBezTo>
                    <a:pt x="181951" y="3251200"/>
                    <a:pt x="0" y="3069249"/>
                    <a:pt x="0" y="28448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moveTo>
                    <a:pt x="406400" y="609600"/>
                  </a:moveTo>
                  <a:lnTo>
                    <a:pt x="406400" y="1016000"/>
                  </a:lnTo>
                  <a:lnTo>
                    <a:pt x="812800" y="1016000"/>
                  </a:lnTo>
                  <a:lnTo>
                    <a:pt x="812800" y="609600"/>
                  </a:lnTo>
                  <a:lnTo>
                    <a:pt x="406400" y="609600"/>
                  </a:lnTo>
                  <a:moveTo>
                    <a:pt x="2438400" y="1016000"/>
                  </a:moveTo>
                  <a:lnTo>
                    <a:pt x="2438400" y="609600"/>
                  </a:lnTo>
                  <a:lnTo>
                    <a:pt x="1219200" y="609600"/>
                  </a:lnTo>
                  <a:lnTo>
                    <a:pt x="1219200" y="1016000"/>
                  </a:lnTo>
                  <a:lnTo>
                    <a:pt x="2438400" y="1016000"/>
                  </a:lnTo>
                  <a:moveTo>
                    <a:pt x="406400" y="1422400"/>
                  </a:moveTo>
                  <a:lnTo>
                    <a:pt x="406400" y="1828800"/>
                  </a:lnTo>
                  <a:lnTo>
                    <a:pt x="812800" y="1828800"/>
                  </a:lnTo>
                  <a:lnTo>
                    <a:pt x="812800" y="1422400"/>
                  </a:lnTo>
                  <a:lnTo>
                    <a:pt x="406400" y="1422400"/>
                  </a:lnTo>
                  <a:moveTo>
                    <a:pt x="1219200" y="1422400"/>
                  </a:moveTo>
                  <a:lnTo>
                    <a:pt x="1219200" y="1828800"/>
                  </a:lnTo>
                  <a:lnTo>
                    <a:pt x="2438400" y="1828800"/>
                  </a:lnTo>
                  <a:lnTo>
                    <a:pt x="2438400" y="1422400"/>
                  </a:lnTo>
                  <a:lnTo>
                    <a:pt x="1219200" y="1422400"/>
                  </a:lnTo>
                  <a:moveTo>
                    <a:pt x="406400" y="2235200"/>
                  </a:moveTo>
                  <a:lnTo>
                    <a:pt x="406400" y="2641600"/>
                  </a:lnTo>
                  <a:lnTo>
                    <a:pt x="812800" y="2641600"/>
                  </a:lnTo>
                  <a:lnTo>
                    <a:pt x="812800" y="2235200"/>
                  </a:lnTo>
                  <a:lnTo>
                    <a:pt x="406400" y="2235200"/>
                  </a:lnTo>
                  <a:close/>
                </a:path>
              </a:pathLst>
            </a:custGeom>
            <a:solidFill>
              <a:schemeClr val="bg1"/>
            </a:solidFill>
            <a:ln w="2032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B2F017-322C-BFF1-C458-B500E4F5DA8F}"/>
              </a:ext>
            </a:extLst>
          </p:cNvPr>
          <p:cNvGrpSpPr/>
          <p:nvPr/>
        </p:nvGrpSpPr>
        <p:grpSpPr>
          <a:xfrm>
            <a:off x="576641" y="5691115"/>
            <a:ext cx="637233" cy="637233"/>
            <a:chOff x="4074810" y="5168487"/>
            <a:chExt cx="1226110" cy="122611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C412CC6-E0A8-A1CE-2BA7-FFF1133A4AEA}"/>
                </a:ext>
              </a:extLst>
            </p:cNvPr>
            <p:cNvSpPr/>
            <p:nvPr/>
          </p:nvSpPr>
          <p:spPr>
            <a:xfrm>
              <a:off x="4074810" y="5168487"/>
              <a:ext cx="1226110" cy="122611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Graphic 48">
              <a:extLst>
                <a:ext uri="{FF2B5EF4-FFF2-40B4-BE49-F238E27FC236}">
                  <a16:creationId xmlns:a16="http://schemas.microsoft.com/office/drawing/2014/main" id="{821B8018-2520-695C-3CD4-793CDAB387DF}"/>
                </a:ext>
              </a:extLst>
            </p:cNvPr>
            <p:cNvSpPr/>
            <p:nvPr/>
          </p:nvSpPr>
          <p:spPr>
            <a:xfrm>
              <a:off x="4465786" y="5503943"/>
              <a:ext cx="444158" cy="555198"/>
            </a:xfrm>
            <a:custGeom>
              <a:avLst/>
              <a:gdLst>
                <a:gd name="connsiteX0" fmla="*/ 2224634 w 3251200"/>
                <a:gd name="connsiteY0" fmla="*/ 406400 h 4064000"/>
                <a:gd name="connsiteX1" fmla="*/ 2190699 w 3251200"/>
                <a:gd name="connsiteY1" fmla="*/ 408026 h 4064000"/>
                <a:gd name="connsiteX2" fmla="*/ 1618488 w 3251200"/>
                <a:gd name="connsiteY2" fmla="*/ 0 h 4064000"/>
                <a:gd name="connsiteX3" fmla="*/ 1046683 w 3251200"/>
                <a:gd name="connsiteY3" fmla="*/ 407010 h 4064000"/>
                <a:gd name="connsiteX4" fmla="*/ 1026363 w 3251200"/>
                <a:gd name="connsiteY4" fmla="*/ 406400 h 4064000"/>
                <a:gd name="connsiteX5" fmla="*/ 406400 w 3251200"/>
                <a:gd name="connsiteY5" fmla="*/ 406400 h 4064000"/>
                <a:gd name="connsiteX6" fmla="*/ 0 w 3251200"/>
                <a:gd name="connsiteY6" fmla="*/ 812800 h 4064000"/>
                <a:gd name="connsiteX7" fmla="*/ 0 w 3251200"/>
                <a:gd name="connsiteY7" fmla="*/ 3657600 h 4064000"/>
                <a:gd name="connsiteX8" fmla="*/ 406400 w 3251200"/>
                <a:gd name="connsiteY8" fmla="*/ 4064000 h 4064000"/>
                <a:gd name="connsiteX9" fmla="*/ 2844800 w 3251200"/>
                <a:gd name="connsiteY9" fmla="*/ 4064000 h 4064000"/>
                <a:gd name="connsiteX10" fmla="*/ 3251200 w 3251200"/>
                <a:gd name="connsiteY10" fmla="*/ 3657600 h 4064000"/>
                <a:gd name="connsiteX11" fmla="*/ 3251200 w 3251200"/>
                <a:gd name="connsiteY11" fmla="*/ 812800 h 4064000"/>
                <a:gd name="connsiteX12" fmla="*/ 2844800 w 3251200"/>
                <a:gd name="connsiteY12" fmla="*/ 406400 h 4064000"/>
                <a:gd name="connsiteX13" fmla="*/ 1466698 w 3251200"/>
                <a:gd name="connsiteY13" fmla="*/ 501294 h 4064000"/>
                <a:gd name="connsiteX14" fmla="*/ 1618488 w 3251200"/>
                <a:gd name="connsiteY14" fmla="*/ 660197 h 4064000"/>
                <a:gd name="connsiteX15" fmla="*/ 1770278 w 3251200"/>
                <a:gd name="connsiteY15" fmla="*/ 511861 h 4064000"/>
                <a:gd name="connsiteX16" fmla="*/ 1618488 w 3251200"/>
                <a:gd name="connsiteY16" fmla="*/ 352958 h 4064000"/>
                <a:gd name="connsiteX17" fmla="*/ 1466698 w 3251200"/>
                <a:gd name="connsiteY17" fmla="*/ 501294 h 4064000"/>
                <a:gd name="connsiteX18" fmla="*/ 1016000 w 3251200"/>
                <a:gd name="connsiteY18" fmla="*/ 1016000 h 4064000"/>
                <a:gd name="connsiteX19" fmla="*/ 1016000 w 3251200"/>
                <a:gd name="connsiteY19" fmla="*/ 1422400 h 4064000"/>
                <a:gd name="connsiteX20" fmla="*/ 609600 w 3251200"/>
                <a:gd name="connsiteY20" fmla="*/ 1422400 h 4064000"/>
                <a:gd name="connsiteX21" fmla="*/ 609600 w 3251200"/>
                <a:gd name="connsiteY21" fmla="*/ 1828800 h 4064000"/>
                <a:gd name="connsiteX22" fmla="*/ 1016000 w 3251200"/>
                <a:gd name="connsiteY22" fmla="*/ 1828800 h 4064000"/>
                <a:gd name="connsiteX23" fmla="*/ 1016000 w 3251200"/>
                <a:gd name="connsiteY23" fmla="*/ 2235200 h 4064000"/>
                <a:gd name="connsiteX24" fmla="*/ 1422400 w 3251200"/>
                <a:gd name="connsiteY24" fmla="*/ 2235200 h 4064000"/>
                <a:gd name="connsiteX25" fmla="*/ 1422400 w 3251200"/>
                <a:gd name="connsiteY25" fmla="*/ 1828800 h 4064000"/>
                <a:gd name="connsiteX26" fmla="*/ 1828800 w 3251200"/>
                <a:gd name="connsiteY26" fmla="*/ 1828800 h 4064000"/>
                <a:gd name="connsiteX27" fmla="*/ 1828800 w 3251200"/>
                <a:gd name="connsiteY27" fmla="*/ 1422400 h 4064000"/>
                <a:gd name="connsiteX28" fmla="*/ 1422400 w 3251200"/>
                <a:gd name="connsiteY28" fmla="*/ 1422400 h 4064000"/>
                <a:gd name="connsiteX29" fmla="*/ 1422400 w 3251200"/>
                <a:gd name="connsiteY29" fmla="*/ 1016000 h 4064000"/>
                <a:gd name="connsiteX30" fmla="*/ 2641600 w 3251200"/>
                <a:gd name="connsiteY30" fmla="*/ 3048000 h 4064000"/>
                <a:gd name="connsiteX31" fmla="*/ 609600 w 3251200"/>
                <a:gd name="connsiteY31" fmla="*/ 3048000 h 4064000"/>
                <a:gd name="connsiteX32" fmla="*/ 609600 w 3251200"/>
                <a:gd name="connsiteY32" fmla="*/ 2641600 h 4064000"/>
                <a:gd name="connsiteX33" fmla="*/ 2641600 w 3251200"/>
                <a:gd name="connsiteY33" fmla="*/ 2641600 h 4064000"/>
                <a:gd name="connsiteX34" fmla="*/ 609600 w 3251200"/>
                <a:gd name="connsiteY34" fmla="*/ 3657600 h 4064000"/>
                <a:gd name="connsiteX35" fmla="*/ 2641600 w 3251200"/>
                <a:gd name="connsiteY35" fmla="*/ 3657600 h 4064000"/>
                <a:gd name="connsiteX36" fmla="*/ 2641600 w 3251200"/>
                <a:gd name="connsiteY36" fmla="*/ 3251200 h 4064000"/>
                <a:gd name="connsiteX37" fmla="*/ 609600 w 3251200"/>
                <a:gd name="connsiteY37" fmla="*/ 3251200 h 40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51200" h="4064000">
                  <a:moveTo>
                    <a:pt x="2224634" y="406400"/>
                  </a:moveTo>
                  <a:cubicBezTo>
                    <a:pt x="2213255" y="406400"/>
                    <a:pt x="2201943" y="406942"/>
                    <a:pt x="2190699" y="408026"/>
                  </a:cubicBezTo>
                  <a:cubicBezTo>
                    <a:pt x="2105956" y="164309"/>
                    <a:pt x="1876517" y="703"/>
                    <a:pt x="1618488" y="0"/>
                  </a:cubicBezTo>
                  <a:cubicBezTo>
                    <a:pt x="1355141" y="0"/>
                    <a:pt x="1130808" y="169672"/>
                    <a:pt x="1046683" y="407010"/>
                  </a:cubicBezTo>
                  <a:lnTo>
                    <a:pt x="1026363" y="406400"/>
                  </a:lnTo>
                  <a:lnTo>
                    <a:pt x="406400" y="406400"/>
                  </a:lnTo>
                  <a:cubicBezTo>
                    <a:pt x="181951" y="406400"/>
                    <a:pt x="0" y="588352"/>
                    <a:pt x="0" y="812800"/>
                  </a:cubicBezTo>
                  <a:lnTo>
                    <a:pt x="0" y="3657600"/>
                  </a:lnTo>
                  <a:cubicBezTo>
                    <a:pt x="0" y="3882049"/>
                    <a:pt x="181951" y="4064000"/>
                    <a:pt x="406400" y="4064000"/>
                  </a:cubicBezTo>
                  <a:lnTo>
                    <a:pt x="2844800" y="4064000"/>
                  </a:lnTo>
                  <a:cubicBezTo>
                    <a:pt x="3069249" y="4064000"/>
                    <a:pt x="3251200" y="3882049"/>
                    <a:pt x="3251200" y="3657600"/>
                  </a:cubicBezTo>
                  <a:lnTo>
                    <a:pt x="3251200" y="812800"/>
                  </a:lnTo>
                  <a:cubicBezTo>
                    <a:pt x="3251200" y="588352"/>
                    <a:pt x="3069249" y="406400"/>
                    <a:pt x="2844800" y="406400"/>
                  </a:cubicBezTo>
                  <a:close/>
                  <a:moveTo>
                    <a:pt x="1466698" y="501294"/>
                  </a:moveTo>
                  <a:cubicBezTo>
                    <a:pt x="1466698" y="656742"/>
                    <a:pt x="1618488" y="660197"/>
                    <a:pt x="1618488" y="660197"/>
                  </a:cubicBezTo>
                  <a:cubicBezTo>
                    <a:pt x="1766824" y="660197"/>
                    <a:pt x="1770278" y="511861"/>
                    <a:pt x="1770278" y="511861"/>
                  </a:cubicBezTo>
                  <a:cubicBezTo>
                    <a:pt x="1770278" y="352958"/>
                    <a:pt x="1618488" y="352958"/>
                    <a:pt x="1618488" y="352958"/>
                  </a:cubicBezTo>
                  <a:cubicBezTo>
                    <a:pt x="1466698" y="352958"/>
                    <a:pt x="1466698" y="501294"/>
                    <a:pt x="1466698" y="501294"/>
                  </a:cubicBezTo>
                  <a:moveTo>
                    <a:pt x="1016000" y="1016000"/>
                  </a:moveTo>
                  <a:lnTo>
                    <a:pt x="1016000" y="1422400"/>
                  </a:lnTo>
                  <a:lnTo>
                    <a:pt x="609600" y="1422400"/>
                  </a:lnTo>
                  <a:lnTo>
                    <a:pt x="609600" y="1828800"/>
                  </a:lnTo>
                  <a:lnTo>
                    <a:pt x="1016000" y="1828800"/>
                  </a:lnTo>
                  <a:lnTo>
                    <a:pt x="1016000" y="2235200"/>
                  </a:lnTo>
                  <a:lnTo>
                    <a:pt x="1422400" y="2235200"/>
                  </a:lnTo>
                  <a:lnTo>
                    <a:pt x="1422400" y="1828800"/>
                  </a:lnTo>
                  <a:lnTo>
                    <a:pt x="1828800" y="1828800"/>
                  </a:lnTo>
                  <a:lnTo>
                    <a:pt x="1828800" y="1422400"/>
                  </a:lnTo>
                  <a:lnTo>
                    <a:pt x="1422400" y="1422400"/>
                  </a:lnTo>
                  <a:lnTo>
                    <a:pt x="1422400" y="1016000"/>
                  </a:lnTo>
                  <a:close/>
                  <a:moveTo>
                    <a:pt x="2641600" y="3048000"/>
                  </a:moveTo>
                  <a:lnTo>
                    <a:pt x="609600" y="3048000"/>
                  </a:lnTo>
                  <a:lnTo>
                    <a:pt x="609600" y="2641600"/>
                  </a:lnTo>
                  <a:lnTo>
                    <a:pt x="2641600" y="2641600"/>
                  </a:lnTo>
                  <a:close/>
                  <a:moveTo>
                    <a:pt x="609600" y="3657600"/>
                  </a:moveTo>
                  <a:lnTo>
                    <a:pt x="2641600" y="3657600"/>
                  </a:lnTo>
                  <a:lnTo>
                    <a:pt x="2641600" y="3251200"/>
                  </a:lnTo>
                  <a:lnTo>
                    <a:pt x="609600" y="3251200"/>
                  </a:lnTo>
                  <a:close/>
                </a:path>
              </a:pathLst>
            </a:custGeom>
            <a:solidFill>
              <a:schemeClr val="bg1"/>
            </a:solidFill>
            <a:ln w="2032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3BE6A58-DB7A-BF55-D4E7-AF7F9358EB4B}"/>
              </a:ext>
            </a:extLst>
          </p:cNvPr>
          <p:cNvSpPr txBox="1"/>
          <p:nvPr/>
        </p:nvSpPr>
        <p:spPr>
          <a:xfrm>
            <a:off x="745320" y="1630039"/>
            <a:ext cx="10913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AI-powered health monitoring platform</a:t>
            </a:r>
            <a:r>
              <a:rPr lang="en-US" dirty="0"/>
              <a:t> that predicts hypertension and diabetes risk and provides personalized lifestyle recommendations..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52529AA-1476-A2A4-4F58-5AF3C46425AA}"/>
              </a:ext>
            </a:extLst>
          </p:cNvPr>
          <p:cNvCxnSpPr>
            <a:cxnSpLocks/>
          </p:cNvCxnSpPr>
          <p:nvPr/>
        </p:nvCxnSpPr>
        <p:spPr>
          <a:xfrm>
            <a:off x="904924" y="1473773"/>
            <a:ext cx="171297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F27CA51-9F08-31DE-D7B4-B59662A8CD66}"/>
              </a:ext>
            </a:extLst>
          </p:cNvPr>
          <p:cNvSpPr txBox="1"/>
          <p:nvPr/>
        </p:nvSpPr>
        <p:spPr>
          <a:xfrm>
            <a:off x="369669" y="2457621"/>
            <a:ext cx="317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800" b="1" dirty="0">
                <a:solidFill>
                  <a:schemeClr val="accent1"/>
                </a:solidFill>
              </a:rPr>
              <a:t>Key Features</a:t>
            </a:r>
            <a:endParaRPr lang="en-US" sz="18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051B1B-E23D-AEED-CD44-1788D9C4B06E}"/>
              </a:ext>
            </a:extLst>
          </p:cNvPr>
          <p:cNvSpPr txBox="1"/>
          <p:nvPr/>
        </p:nvSpPr>
        <p:spPr>
          <a:xfrm>
            <a:off x="7540650" y="2595234"/>
            <a:ext cx="317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800" b="1" dirty="0">
                <a:solidFill>
                  <a:schemeClr val="accent1"/>
                </a:solidFill>
              </a:rPr>
              <a:t>Non-Functional Focus</a:t>
            </a:r>
            <a:endParaRPr lang="en-US" sz="18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89DA8-5918-9CA9-3B39-59BA2DC1CDE2}"/>
              </a:ext>
            </a:extLst>
          </p:cNvPr>
          <p:cNvSpPr txBox="1"/>
          <p:nvPr/>
        </p:nvSpPr>
        <p:spPr>
          <a:xfrm>
            <a:off x="7739804" y="2964566"/>
            <a:ext cx="34118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D1208-4DAF-F6B3-A3CC-B0F3CA19B041}"/>
              </a:ext>
            </a:extLst>
          </p:cNvPr>
          <p:cNvSpPr txBox="1"/>
          <p:nvPr/>
        </p:nvSpPr>
        <p:spPr>
          <a:xfrm>
            <a:off x="7739804" y="3803618"/>
            <a:ext cx="34118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privacy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833E9-895D-5B3C-B5E2-1BF4729AB11D}"/>
              </a:ext>
            </a:extLst>
          </p:cNvPr>
          <p:cNvSpPr txBox="1"/>
          <p:nvPr/>
        </p:nvSpPr>
        <p:spPr>
          <a:xfrm>
            <a:off x="7739804" y="3517544"/>
            <a:ext cx="34118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Reliability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AF7526-7ADD-7D85-15C2-7452EDDF202A}"/>
              </a:ext>
            </a:extLst>
          </p:cNvPr>
          <p:cNvSpPr txBox="1"/>
          <p:nvPr/>
        </p:nvSpPr>
        <p:spPr>
          <a:xfrm>
            <a:off x="7739804" y="3250640"/>
            <a:ext cx="34118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Model accuracy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12CD5A-EF1D-21E0-C2A4-A9B7D39AF840}"/>
              </a:ext>
            </a:extLst>
          </p:cNvPr>
          <p:cNvSpPr txBox="1"/>
          <p:nvPr/>
        </p:nvSpPr>
        <p:spPr>
          <a:xfrm>
            <a:off x="7638183" y="4325856"/>
            <a:ext cx="3584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800" b="1" dirty="0">
                <a:solidFill>
                  <a:schemeClr val="accent1"/>
                </a:solidFill>
              </a:rPr>
              <a:t>Current Completion Status</a:t>
            </a:r>
            <a:endParaRPr lang="en-US" sz="18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EDFA7B-9F88-0AA6-6972-8A22C89DAC4C}"/>
              </a:ext>
            </a:extLst>
          </p:cNvPr>
          <p:cNvSpPr txBox="1"/>
          <p:nvPr/>
        </p:nvSpPr>
        <p:spPr>
          <a:xfrm>
            <a:off x="7612775" y="4866185"/>
            <a:ext cx="39007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•Core ML models implemented •Frontend mobile interfaces completed </a:t>
            </a:r>
          </a:p>
          <a:p>
            <a:r>
              <a:rPr lang="en-US" sz="1600" dirty="0"/>
              <a:t>•Backend APIs integrate</a:t>
            </a:r>
          </a:p>
        </p:txBody>
      </p:sp>
    </p:spTree>
    <p:extLst>
      <p:ext uri="{BB962C8B-B14F-4D97-AF65-F5344CB8AC3E}">
        <p14:creationId xmlns:p14="http://schemas.microsoft.com/office/powerpoint/2010/main" val="110279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2DCC8-B156-7061-A12C-55CE10A9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729DF1B-4518-20B4-81C1-8E631FE61F87}"/>
              </a:ext>
            </a:extLst>
          </p:cNvPr>
          <p:cNvSpPr/>
          <p:nvPr/>
        </p:nvSpPr>
        <p:spPr>
          <a:xfrm rot="13065532">
            <a:off x="10116348" y="-1876649"/>
            <a:ext cx="4973597" cy="4489955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CEDA5CE-631D-3162-E6FF-BBDC3D830426}"/>
              </a:ext>
            </a:extLst>
          </p:cNvPr>
          <p:cNvSpPr/>
          <p:nvPr/>
        </p:nvSpPr>
        <p:spPr>
          <a:xfrm rot="16200000">
            <a:off x="-2785436" y="5498290"/>
            <a:ext cx="6345530" cy="5728478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EA56A-5EF6-5F84-66DB-3884C6FC22DB}"/>
              </a:ext>
            </a:extLst>
          </p:cNvPr>
          <p:cNvSpPr txBox="1"/>
          <p:nvPr/>
        </p:nvSpPr>
        <p:spPr>
          <a:xfrm>
            <a:off x="321922" y="368328"/>
            <a:ext cx="10201186" cy="844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sz="5400" dirty="0">
                <a:solidFill>
                  <a:schemeClr val="accent1"/>
                </a:solidFill>
              </a:rPr>
              <a:t>System Architecture &amp; Integration</a:t>
            </a:r>
            <a:endParaRPr lang="en-US" sz="5400" b="0" spc="-150" dirty="0">
              <a:solidFill>
                <a:schemeClr val="accent1"/>
              </a:solidFill>
              <a:latin typeface="+mj-lt"/>
              <a:cs typeface="Poppins Bold" panose="000008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6F1ABF-EE0B-063B-9E81-EB7D15621F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10" t="9900" r="12841" b="5828"/>
          <a:stretch>
            <a:fillRect/>
          </a:stretch>
        </p:blipFill>
        <p:spPr>
          <a:xfrm>
            <a:off x="927786" y="1637647"/>
            <a:ext cx="6132535" cy="405662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3AA7F5-15DB-F38E-8EAA-BCF714DC8407}"/>
              </a:ext>
            </a:extLst>
          </p:cNvPr>
          <p:cNvCxnSpPr>
            <a:cxnSpLocks/>
          </p:cNvCxnSpPr>
          <p:nvPr/>
        </p:nvCxnSpPr>
        <p:spPr>
          <a:xfrm>
            <a:off x="598273" y="1248678"/>
            <a:ext cx="171297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6033088-7CE8-4F21-79BB-4736AD9A36B4}"/>
              </a:ext>
            </a:extLst>
          </p:cNvPr>
          <p:cNvSpPr txBox="1"/>
          <p:nvPr/>
        </p:nvSpPr>
        <p:spPr>
          <a:xfrm>
            <a:off x="7645359" y="2391491"/>
            <a:ext cx="42392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Backend Integration</a:t>
            </a:r>
          </a:p>
          <a:p>
            <a:br>
              <a:rPr lang="en-US" sz="2000" dirty="0"/>
            </a:br>
            <a:r>
              <a:rPr lang="en-US" sz="2000" dirty="0"/>
              <a:t>• Python Flask backend</a:t>
            </a:r>
            <a:br>
              <a:rPr lang="en-US" sz="2000" dirty="0"/>
            </a:br>
            <a:r>
              <a:rPr lang="en-US" sz="2000" dirty="0"/>
              <a:t>• REST API communication</a:t>
            </a:r>
            <a:br>
              <a:rPr lang="en-US" sz="2000" dirty="0"/>
            </a:br>
            <a:r>
              <a:rPr lang="en-US" sz="2000" dirty="0"/>
              <a:t>• JSON data exchange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7B176C-C842-2E4C-F0A7-15F10933FB46}"/>
              </a:ext>
            </a:extLst>
          </p:cNvPr>
          <p:cNvSpPr txBox="1"/>
          <p:nvPr/>
        </p:nvSpPr>
        <p:spPr>
          <a:xfrm>
            <a:off x="7734010" y="4551844"/>
            <a:ext cx="39466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Management</a:t>
            </a:r>
          </a:p>
          <a:p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ChromaDB</a:t>
            </a:r>
            <a:r>
              <a:rPr lang="en-US" dirty="0"/>
              <a:t> vector database</a:t>
            </a:r>
            <a:br>
              <a:rPr lang="en-US" dirty="0"/>
            </a:br>
            <a:r>
              <a:rPr lang="en-US" dirty="0"/>
              <a:t>• Firebase </a:t>
            </a:r>
            <a:r>
              <a:rPr lang="en-US" dirty="0" err="1"/>
              <a:t>Firestore</a:t>
            </a:r>
            <a:r>
              <a:rPr lang="en-US" dirty="0"/>
              <a:t> cloud database</a:t>
            </a:r>
          </a:p>
        </p:txBody>
      </p:sp>
    </p:spTree>
    <p:extLst>
      <p:ext uri="{BB962C8B-B14F-4D97-AF65-F5344CB8AC3E}">
        <p14:creationId xmlns:p14="http://schemas.microsoft.com/office/powerpoint/2010/main" val="4260906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2B2C1-D7CF-4A41-1694-5C1A984F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5AB070B-BC50-A3CF-0AC0-F68003A57D00}"/>
              </a:ext>
            </a:extLst>
          </p:cNvPr>
          <p:cNvSpPr/>
          <p:nvPr/>
        </p:nvSpPr>
        <p:spPr>
          <a:xfrm rot="9557744">
            <a:off x="8626144" y="3391172"/>
            <a:ext cx="6797715" cy="6063943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E92D0-24BF-1847-B08B-C956CA34D803}"/>
              </a:ext>
            </a:extLst>
          </p:cNvPr>
          <p:cNvSpPr txBox="1"/>
          <p:nvPr/>
        </p:nvSpPr>
        <p:spPr>
          <a:xfrm>
            <a:off x="867614" y="542329"/>
            <a:ext cx="5479582" cy="844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accent1"/>
                </a:solidFill>
              </a:rPr>
              <a:t>Commercialization</a:t>
            </a:r>
            <a:endParaRPr lang="en-US" sz="5400" b="0" spc="-150" dirty="0">
              <a:solidFill>
                <a:schemeClr val="accent1"/>
              </a:solidFill>
              <a:latin typeface="+mj-lt"/>
              <a:cs typeface="Poppins Bold" panose="000008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D3333-B2F1-34B9-441C-68188894E378}"/>
              </a:ext>
            </a:extLst>
          </p:cNvPr>
          <p:cNvSpPr txBox="1"/>
          <p:nvPr/>
        </p:nvSpPr>
        <p:spPr>
          <a:xfrm>
            <a:off x="879305" y="1824253"/>
            <a:ext cx="2839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800" dirty="0">
                <a:solidFill>
                  <a:schemeClr val="accent1"/>
                </a:solidFill>
              </a:rPr>
              <a:t>Target Users</a:t>
            </a:r>
            <a:endParaRPr lang="en-US" sz="18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3" name="Google Shape;590;p46">
            <a:extLst>
              <a:ext uri="{FF2B5EF4-FFF2-40B4-BE49-F238E27FC236}">
                <a16:creationId xmlns:a16="http://schemas.microsoft.com/office/drawing/2014/main" id="{BDD84919-D8DE-AF57-4463-1D0537870C75}"/>
              </a:ext>
            </a:extLst>
          </p:cNvPr>
          <p:cNvSpPr/>
          <p:nvPr/>
        </p:nvSpPr>
        <p:spPr>
          <a:xfrm>
            <a:off x="1090244" y="2142266"/>
            <a:ext cx="5256952" cy="42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Individuals at risk of hypertension or diabetes</a:t>
            </a:r>
            <a:endParaRPr lang="en-US" sz="1600" dirty="0">
              <a:ea typeface="Open Sans" pitchFamily="2" charset="0"/>
              <a:cs typeface="Open Sans" pitchFamily="2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D50B6E9-B0DF-8158-1594-18BA235BE040}"/>
              </a:ext>
            </a:extLst>
          </p:cNvPr>
          <p:cNvSpPr/>
          <p:nvPr/>
        </p:nvSpPr>
        <p:spPr>
          <a:xfrm rot="16195231">
            <a:off x="-2511926" y="-2730879"/>
            <a:ext cx="4650372" cy="4198160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327455B3-6DCC-2E70-2489-418D30257D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0" b="29093"/>
          <a:stretch>
            <a:fillRect/>
          </a:stretch>
        </p:blipFill>
        <p:spPr>
          <a:xfrm>
            <a:off x="6769729" y="1425346"/>
            <a:ext cx="4360476" cy="4360476"/>
          </a:xfrm>
        </p:spPr>
      </p:pic>
      <p:sp>
        <p:nvSpPr>
          <p:cNvPr id="15" name="Google Shape;590;p46">
            <a:extLst>
              <a:ext uri="{FF2B5EF4-FFF2-40B4-BE49-F238E27FC236}">
                <a16:creationId xmlns:a16="http://schemas.microsoft.com/office/drawing/2014/main" id="{D10ED3B0-3E6C-FD37-55D8-D3E8B0EB51A0}"/>
              </a:ext>
            </a:extLst>
          </p:cNvPr>
          <p:cNvSpPr/>
          <p:nvPr/>
        </p:nvSpPr>
        <p:spPr>
          <a:xfrm>
            <a:off x="1090244" y="2502169"/>
            <a:ext cx="5256952" cy="42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Health-conscious users</a:t>
            </a:r>
            <a:endParaRPr lang="en-US" sz="1600" dirty="0">
              <a:ea typeface="Open Sans" pitchFamily="2" charset="0"/>
              <a:cs typeface="Open Sans" pitchFamily="2" charset="0"/>
            </a:endParaRPr>
          </a:p>
        </p:txBody>
      </p:sp>
      <p:sp>
        <p:nvSpPr>
          <p:cNvPr id="16" name="Google Shape;590;p46">
            <a:extLst>
              <a:ext uri="{FF2B5EF4-FFF2-40B4-BE49-F238E27FC236}">
                <a16:creationId xmlns:a16="http://schemas.microsoft.com/office/drawing/2014/main" id="{EE8306C7-0A49-AC36-224D-CFD9DF91384E}"/>
              </a:ext>
            </a:extLst>
          </p:cNvPr>
          <p:cNvSpPr/>
          <p:nvPr/>
        </p:nvSpPr>
        <p:spPr>
          <a:xfrm>
            <a:off x="1090244" y="2885715"/>
            <a:ext cx="5256952" cy="42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Healthcare providers</a:t>
            </a:r>
            <a:endParaRPr lang="en-US" sz="1600" dirty="0">
              <a:ea typeface="Open Sans" pitchFamily="2" charset="0"/>
              <a:cs typeface="Open Sans" pitchFamily="2" charset="0"/>
            </a:endParaRPr>
          </a:p>
        </p:txBody>
      </p:sp>
      <p:sp>
        <p:nvSpPr>
          <p:cNvPr id="20" name="Google Shape;590;p46">
            <a:extLst>
              <a:ext uri="{FF2B5EF4-FFF2-40B4-BE49-F238E27FC236}">
                <a16:creationId xmlns:a16="http://schemas.microsoft.com/office/drawing/2014/main" id="{B0C48BC5-E995-70C4-30A6-FEAC1EB5E9BE}"/>
              </a:ext>
            </a:extLst>
          </p:cNvPr>
          <p:cNvSpPr/>
          <p:nvPr/>
        </p:nvSpPr>
        <p:spPr>
          <a:xfrm>
            <a:off x="1090244" y="3266835"/>
            <a:ext cx="5256952" cy="42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Wellness organizations</a:t>
            </a:r>
            <a:endParaRPr lang="en-US" sz="1600" dirty="0">
              <a:ea typeface="Open Sans" pitchFamily="2" charset="0"/>
              <a:cs typeface="Open Sans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136E89-6700-5869-42DB-39936E840933}"/>
              </a:ext>
            </a:extLst>
          </p:cNvPr>
          <p:cNvSpPr txBox="1"/>
          <p:nvPr/>
        </p:nvSpPr>
        <p:spPr>
          <a:xfrm>
            <a:off x="848565" y="4010109"/>
            <a:ext cx="3914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800" dirty="0">
                <a:solidFill>
                  <a:schemeClr val="accent1"/>
                </a:solidFill>
              </a:rPr>
              <a:t>Value Proposition</a:t>
            </a:r>
            <a:endParaRPr lang="en-US" sz="18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7" name="Google Shape;590;p46">
            <a:extLst>
              <a:ext uri="{FF2B5EF4-FFF2-40B4-BE49-F238E27FC236}">
                <a16:creationId xmlns:a16="http://schemas.microsoft.com/office/drawing/2014/main" id="{A5700443-93EB-5C96-C53C-9CCA6FA9EF87}"/>
              </a:ext>
            </a:extLst>
          </p:cNvPr>
          <p:cNvSpPr/>
          <p:nvPr/>
        </p:nvSpPr>
        <p:spPr>
          <a:xfrm>
            <a:off x="1061795" y="4812603"/>
            <a:ext cx="5256952" cy="42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Mobile health application</a:t>
            </a:r>
            <a:endParaRPr lang="en-US" sz="1600" dirty="0">
              <a:ea typeface="Open Sans" pitchFamily="2" charset="0"/>
              <a:cs typeface="Open Sans" pitchFamily="2" charset="0"/>
            </a:endParaRPr>
          </a:p>
        </p:txBody>
      </p:sp>
      <p:sp>
        <p:nvSpPr>
          <p:cNvPr id="28" name="Google Shape;590;p46">
            <a:extLst>
              <a:ext uri="{FF2B5EF4-FFF2-40B4-BE49-F238E27FC236}">
                <a16:creationId xmlns:a16="http://schemas.microsoft.com/office/drawing/2014/main" id="{121F2EA0-2EEE-5BB7-4B19-9CE26C3DBAB7}"/>
              </a:ext>
            </a:extLst>
          </p:cNvPr>
          <p:cNvSpPr/>
          <p:nvPr/>
        </p:nvSpPr>
        <p:spPr>
          <a:xfrm>
            <a:off x="1061795" y="5148847"/>
            <a:ext cx="5256952" cy="42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Personalized lifestyle recommendations</a:t>
            </a:r>
            <a:endParaRPr lang="en-US" sz="1600" dirty="0">
              <a:ea typeface="Open Sans" pitchFamily="2" charset="0"/>
              <a:cs typeface="Open Sans" pitchFamily="2" charset="0"/>
            </a:endParaRPr>
          </a:p>
        </p:txBody>
      </p:sp>
      <p:sp>
        <p:nvSpPr>
          <p:cNvPr id="29" name="Google Shape;590;p46">
            <a:extLst>
              <a:ext uri="{FF2B5EF4-FFF2-40B4-BE49-F238E27FC236}">
                <a16:creationId xmlns:a16="http://schemas.microsoft.com/office/drawing/2014/main" id="{C69FBF4F-CC37-0FA1-7FA9-CB69E6E0557E}"/>
              </a:ext>
            </a:extLst>
          </p:cNvPr>
          <p:cNvSpPr/>
          <p:nvPr/>
        </p:nvSpPr>
        <p:spPr>
          <a:xfrm>
            <a:off x="1061795" y="5474199"/>
            <a:ext cx="5256952" cy="42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AI-based dietary guidance</a:t>
            </a:r>
            <a:endParaRPr lang="en-US" sz="1600" dirty="0">
              <a:ea typeface="Open Sans" pitchFamily="2" charset="0"/>
              <a:cs typeface="Open Sans" pitchFamily="2" charset="0"/>
            </a:endParaRPr>
          </a:p>
        </p:txBody>
      </p:sp>
      <p:sp>
        <p:nvSpPr>
          <p:cNvPr id="34" name="Google Shape;590;p46">
            <a:extLst>
              <a:ext uri="{FF2B5EF4-FFF2-40B4-BE49-F238E27FC236}">
                <a16:creationId xmlns:a16="http://schemas.microsoft.com/office/drawing/2014/main" id="{1B10E456-09A5-324D-145B-93DDD1548F2A}"/>
              </a:ext>
            </a:extLst>
          </p:cNvPr>
          <p:cNvSpPr/>
          <p:nvPr/>
        </p:nvSpPr>
        <p:spPr>
          <a:xfrm>
            <a:off x="1061795" y="5798075"/>
            <a:ext cx="5256952" cy="42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Continuous stress monitoring</a:t>
            </a:r>
            <a:endParaRPr lang="en-US" sz="1600" dirty="0">
              <a:ea typeface="Open Sans" pitchFamily="2" charset="0"/>
              <a:cs typeface="Open Sans" pitchFamily="2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641D4A9-385D-8F45-73BE-6B35A5A29C4F}"/>
              </a:ext>
            </a:extLst>
          </p:cNvPr>
          <p:cNvCxnSpPr>
            <a:cxnSpLocks/>
          </p:cNvCxnSpPr>
          <p:nvPr/>
        </p:nvCxnSpPr>
        <p:spPr>
          <a:xfrm>
            <a:off x="975256" y="1317324"/>
            <a:ext cx="171297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8B91EE1-06CC-E944-2C4C-5B88F771187B}"/>
              </a:ext>
            </a:extLst>
          </p:cNvPr>
          <p:cNvSpPr txBox="1"/>
          <p:nvPr/>
        </p:nvSpPr>
        <p:spPr>
          <a:xfrm>
            <a:off x="1182130" y="4426727"/>
            <a:ext cx="8690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Our solution provides:</a:t>
            </a:r>
          </a:p>
        </p:txBody>
      </p:sp>
    </p:spTree>
    <p:extLst>
      <p:ext uri="{BB962C8B-B14F-4D97-AF65-F5344CB8AC3E}">
        <p14:creationId xmlns:p14="http://schemas.microsoft.com/office/powerpoint/2010/main" val="421489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F49C8-ED54-BC83-D79B-A8677905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542C45D-6D23-F783-8505-CFC6D4060BE0}"/>
              </a:ext>
            </a:extLst>
          </p:cNvPr>
          <p:cNvSpPr/>
          <p:nvPr/>
        </p:nvSpPr>
        <p:spPr>
          <a:xfrm rot="9557744">
            <a:off x="8626144" y="3391172"/>
            <a:ext cx="6797715" cy="6063943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58938A-DB6D-9C43-2278-CCAFD635E858}"/>
              </a:ext>
            </a:extLst>
          </p:cNvPr>
          <p:cNvSpPr txBox="1"/>
          <p:nvPr/>
        </p:nvSpPr>
        <p:spPr>
          <a:xfrm>
            <a:off x="1016586" y="740255"/>
            <a:ext cx="5479582" cy="761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4800" dirty="0">
                <a:solidFill>
                  <a:schemeClr val="accent1"/>
                </a:solidFill>
              </a:rPr>
              <a:t>Cost &amp; Feasibility </a:t>
            </a:r>
            <a:endParaRPr lang="en-US" sz="4800" b="0" spc="-150" dirty="0">
              <a:solidFill>
                <a:schemeClr val="accent1"/>
              </a:solidFill>
              <a:latin typeface="+mj-lt"/>
              <a:cs typeface="Poppins Bold" panose="000008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6371DA-47CC-010E-31D2-0247133D776B}"/>
              </a:ext>
            </a:extLst>
          </p:cNvPr>
          <p:cNvSpPr txBox="1"/>
          <p:nvPr/>
        </p:nvSpPr>
        <p:spPr>
          <a:xfrm>
            <a:off x="1016400" y="1916996"/>
            <a:ext cx="2839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800" b="1" dirty="0">
                <a:solidFill>
                  <a:schemeClr val="accent1"/>
                </a:solidFill>
              </a:rPr>
              <a:t>Estimated Cost Areas</a:t>
            </a:r>
            <a:endParaRPr lang="en-US" sz="18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3" name="Google Shape;590;p46">
            <a:extLst>
              <a:ext uri="{FF2B5EF4-FFF2-40B4-BE49-F238E27FC236}">
                <a16:creationId xmlns:a16="http://schemas.microsoft.com/office/drawing/2014/main" id="{5B158CD5-F761-032B-2EBC-132BC458DD23}"/>
              </a:ext>
            </a:extLst>
          </p:cNvPr>
          <p:cNvSpPr/>
          <p:nvPr/>
        </p:nvSpPr>
        <p:spPr>
          <a:xfrm>
            <a:off x="1227526" y="2327569"/>
            <a:ext cx="5256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 Cost (AI models, mobile app development)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21A532-2558-012A-AA7E-B6FA4E1D8B8B}"/>
              </a:ext>
            </a:extLst>
          </p:cNvPr>
          <p:cNvSpPr txBox="1"/>
          <p:nvPr/>
        </p:nvSpPr>
        <p:spPr>
          <a:xfrm>
            <a:off x="1016586" y="4358466"/>
            <a:ext cx="3914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sz="1800" b="1" dirty="0">
                <a:solidFill>
                  <a:schemeClr val="accent1"/>
                </a:solidFill>
              </a:rPr>
              <a:t>Feasibility</a:t>
            </a:r>
            <a:endParaRPr lang="en-US" sz="18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E1EC1C-560C-AFA8-DD04-E1275303A6F2}"/>
              </a:ext>
            </a:extLst>
          </p:cNvPr>
          <p:cNvSpPr/>
          <p:nvPr/>
        </p:nvSpPr>
        <p:spPr>
          <a:xfrm rot="16195231">
            <a:off x="-2511926" y="-2730879"/>
            <a:ext cx="4650372" cy="4198160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oogle Shape;590;p46">
            <a:extLst>
              <a:ext uri="{FF2B5EF4-FFF2-40B4-BE49-F238E27FC236}">
                <a16:creationId xmlns:a16="http://schemas.microsoft.com/office/drawing/2014/main" id="{7BD9B9B8-FD1E-AC93-B29F-822F8DBEA524}"/>
              </a:ext>
            </a:extLst>
          </p:cNvPr>
          <p:cNvSpPr/>
          <p:nvPr/>
        </p:nvSpPr>
        <p:spPr>
          <a:xfrm>
            <a:off x="1227526" y="3048450"/>
            <a:ext cx="5256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Software &amp; API services</a:t>
            </a:r>
          </a:p>
        </p:txBody>
      </p:sp>
      <p:sp>
        <p:nvSpPr>
          <p:cNvPr id="16" name="Google Shape;590;p46">
            <a:extLst>
              <a:ext uri="{FF2B5EF4-FFF2-40B4-BE49-F238E27FC236}">
                <a16:creationId xmlns:a16="http://schemas.microsoft.com/office/drawing/2014/main" id="{A335C56F-70E9-475A-F026-F7D4A0CA83D8}"/>
              </a:ext>
            </a:extLst>
          </p:cNvPr>
          <p:cNvSpPr/>
          <p:nvPr/>
        </p:nvSpPr>
        <p:spPr>
          <a:xfrm>
            <a:off x="1227526" y="3472793"/>
            <a:ext cx="5256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Legal and Administrative Expenses</a:t>
            </a:r>
          </a:p>
        </p:txBody>
      </p:sp>
      <p:sp>
        <p:nvSpPr>
          <p:cNvPr id="22" name="Google Shape;590;p46">
            <a:extLst>
              <a:ext uri="{FF2B5EF4-FFF2-40B4-BE49-F238E27FC236}">
                <a16:creationId xmlns:a16="http://schemas.microsoft.com/office/drawing/2014/main" id="{553EA52E-8B0C-AB30-6FCE-B7F6326538ED}"/>
              </a:ext>
            </a:extLst>
          </p:cNvPr>
          <p:cNvSpPr/>
          <p:nvPr/>
        </p:nvSpPr>
        <p:spPr>
          <a:xfrm>
            <a:off x="1227526" y="4676706"/>
            <a:ext cx="5256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open-source technologies </a:t>
            </a:r>
            <a:endParaRPr lang="en-US" dirty="0"/>
          </a:p>
        </p:txBody>
      </p:sp>
      <p:sp>
        <p:nvSpPr>
          <p:cNvPr id="23" name="Google Shape;590;p46">
            <a:extLst>
              <a:ext uri="{FF2B5EF4-FFF2-40B4-BE49-F238E27FC236}">
                <a16:creationId xmlns:a16="http://schemas.microsoft.com/office/drawing/2014/main" id="{FA7F1115-DEFE-7BBE-4596-F5E737914727}"/>
              </a:ext>
            </a:extLst>
          </p:cNvPr>
          <p:cNvSpPr/>
          <p:nvPr/>
        </p:nvSpPr>
        <p:spPr>
          <a:xfrm>
            <a:off x="1227526" y="5161135"/>
            <a:ext cx="5256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deployed as a </a:t>
            </a:r>
            <a:r>
              <a:rPr lang="en-US" b="1" dirty="0"/>
              <a:t>scalable mobile application</a:t>
            </a:r>
            <a:endParaRPr lang="en-US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C4EC699-134E-D196-A159-05EF7A3D18BE}"/>
              </a:ext>
            </a:extLst>
          </p:cNvPr>
          <p:cNvCxnSpPr>
            <a:cxnSpLocks/>
          </p:cNvCxnSpPr>
          <p:nvPr/>
        </p:nvCxnSpPr>
        <p:spPr>
          <a:xfrm>
            <a:off x="1141801" y="1568819"/>
            <a:ext cx="171297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904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4475F0-19EF-3CA8-C090-17FAD80434C3}"/>
              </a:ext>
            </a:extLst>
          </p:cNvPr>
          <p:cNvSpPr txBox="1"/>
          <p:nvPr/>
        </p:nvSpPr>
        <p:spPr>
          <a:xfrm>
            <a:off x="1806035" y="2761395"/>
            <a:ext cx="8579930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sz="7200" dirty="0">
                <a:solidFill>
                  <a:schemeClr val="accent1"/>
                </a:solidFill>
              </a:rPr>
              <a:t>Q&amp;A</a:t>
            </a:r>
            <a:endParaRPr lang="en-US" sz="7200" b="0" spc="-150" dirty="0">
              <a:solidFill>
                <a:schemeClr val="accent1"/>
              </a:solidFill>
              <a:latin typeface="+mj-lt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738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1A3CAD9-78E9-240F-13A0-3835EC23F457}"/>
              </a:ext>
            </a:extLst>
          </p:cNvPr>
          <p:cNvSpPr/>
          <p:nvPr/>
        </p:nvSpPr>
        <p:spPr>
          <a:xfrm>
            <a:off x="10650122" y="5216410"/>
            <a:ext cx="1541879" cy="1641591"/>
          </a:xfrm>
          <a:custGeom>
            <a:avLst/>
            <a:gdLst>
              <a:gd name="connsiteX0" fmla="*/ 913380 w 1541879"/>
              <a:gd name="connsiteY0" fmla="*/ 654 h 1641591"/>
              <a:gd name="connsiteX1" fmla="*/ 1449317 w 1541879"/>
              <a:gd name="connsiteY1" fmla="*/ 211770 h 1641591"/>
              <a:gd name="connsiteX2" fmla="*/ 1541879 w 1541879"/>
              <a:gd name="connsiteY2" fmla="*/ 275899 h 1641591"/>
              <a:gd name="connsiteX3" fmla="*/ 1541879 w 1541879"/>
              <a:gd name="connsiteY3" fmla="*/ 1641591 h 1641591"/>
              <a:gd name="connsiteX4" fmla="*/ 0 w 1541879"/>
              <a:gd name="connsiteY4" fmla="*/ 1641591 h 1641591"/>
              <a:gd name="connsiteX5" fmla="*/ 88278 w 1541879"/>
              <a:gd name="connsiteY5" fmla="*/ 1499281 h 1641591"/>
              <a:gd name="connsiteX6" fmla="*/ 180336 w 1541879"/>
              <a:gd name="connsiteY6" fmla="*/ 1154270 h 1641591"/>
              <a:gd name="connsiteX7" fmla="*/ 133443 w 1541879"/>
              <a:gd name="connsiteY7" fmla="*/ 689236 h 1641591"/>
              <a:gd name="connsiteX8" fmla="*/ 844729 w 1541879"/>
              <a:gd name="connsiteY8" fmla="*/ 2107 h 1641591"/>
              <a:gd name="connsiteX9" fmla="*/ 913380 w 1541879"/>
              <a:gd name="connsiteY9" fmla="*/ 654 h 1641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1879" h="1641591">
                <a:moveTo>
                  <a:pt x="913380" y="654"/>
                </a:moveTo>
                <a:cubicBezTo>
                  <a:pt x="1077873" y="9053"/>
                  <a:pt x="1270532" y="97407"/>
                  <a:pt x="1449317" y="211770"/>
                </a:cubicBezTo>
                <a:lnTo>
                  <a:pt x="1541879" y="275899"/>
                </a:lnTo>
                <a:lnTo>
                  <a:pt x="1541879" y="1641591"/>
                </a:lnTo>
                <a:lnTo>
                  <a:pt x="0" y="1641591"/>
                </a:lnTo>
                <a:lnTo>
                  <a:pt x="88278" y="1499281"/>
                </a:lnTo>
                <a:cubicBezTo>
                  <a:pt x="143597" y="1392756"/>
                  <a:pt x="178788" y="1279488"/>
                  <a:pt x="180336" y="1154270"/>
                </a:cubicBezTo>
                <a:cubicBezTo>
                  <a:pt x="183085" y="1000110"/>
                  <a:pt x="130693" y="843397"/>
                  <a:pt x="133443" y="689236"/>
                </a:cubicBezTo>
                <a:cubicBezTo>
                  <a:pt x="141493" y="325774"/>
                  <a:pt x="483321" y="32453"/>
                  <a:pt x="844729" y="2107"/>
                </a:cubicBezTo>
                <a:cubicBezTo>
                  <a:pt x="866956" y="-114"/>
                  <a:pt x="889880" y="-545"/>
                  <a:pt x="913380" y="654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799E851-D103-3A11-2AD9-EED2E7120A10}"/>
              </a:ext>
            </a:extLst>
          </p:cNvPr>
          <p:cNvSpPr/>
          <p:nvPr/>
        </p:nvSpPr>
        <p:spPr>
          <a:xfrm rot="17202589">
            <a:off x="9240638" y="5368667"/>
            <a:ext cx="4650372" cy="4198160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45" name="Picture Placeholder 44">
            <a:extLst>
              <a:ext uri="{FF2B5EF4-FFF2-40B4-BE49-F238E27FC236}">
                <a16:creationId xmlns:a16="http://schemas.microsoft.com/office/drawing/2014/main" id="{2432ACEA-E29C-22CC-B364-38CEF26DC8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2" r="1180"/>
          <a:stretch>
            <a:fillRect/>
          </a:stretch>
        </p:blipFill>
        <p:spPr>
          <a:xfrm>
            <a:off x="0" y="0"/>
            <a:ext cx="3672294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83668E-098F-567A-F603-4889B6A5253F}"/>
              </a:ext>
            </a:extLst>
          </p:cNvPr>
          <p:cNvSpPr txBox="1"/>
          <p:nvPr/>
        </p:nvSpPr>
        <p:spPr>
          <a:xfrm>
            <a:off x="5552564" y="2820545"/>
            <a:ext cx="4553971" cy="9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8000" b="0" spc="-150">
                <a:solidFill>
                  <a:schemeClr val="accent1"/>
                </a:solidFill>
                <a:latin typeface="+mj-lt"/>
                <a:ea typeface="Inter" panose="02000503000000020004" pitchFamily="2" charset="0"/>
                <a:cs typeface="Poppins" panose="00000500000000000000" pitchFamily="2" charset="0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sz="6000" dirty="0">
                <a:solidFill>
                  <a:schemeClr val="accent2"/>
                </a:solidFill>
              </a:rPr>
              <a:t>Thank You!</a:t>
            </a:r>
            <a:endParaRPr lang="id-ID" sz="6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38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71">
            <a:extLst>
              <a:ext uri="{FF2B5EF4-FFF2-40B4-BE49-F238E27FC236}">
                <a16:creationId xmlns:a16="http://schemas.microsoft.com/office/drawing/2014/main" id="{2A968353-ECFB-0752-EF66-F604170DB7F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247996" y="1577985"/>
            <a:ext cx="474124" cy="353710"/>
          </a:xfrm>
          <a:custGeom>
            <a:avLst/>
            <a:gdLst>
              <a:gd name="T0" fmla="*/ 31535 w 444"/>
              <a:gd name="T1" fmla="*/ 0 h 329"/>
              <a:gd name="T2" fmla="*/ 31535 w 444"/>
              <a:gd name="T3" fmla="*/ 0 h 329"/>
              <a:gd name="T4" fmla="*/ 0 w 444"/>
              <a:gd name="T5" fmla="*/ 31750 h 329"/>
              <a:gd name="T6" fmla="*/ 31535 w 444"/>
              <a:gd name="T7" fmla="*/ 68036 h 329"/>
              <a:gd name="T8" fmla="*/ 0 w 444"/>
              <a:gd name="T9" fmla="*/ 131989 h 329"/>
              <a:gd name="T10" fmla="*/ 0 w 444"/>
              <a:gd name="T11" fmla="*/ 148771 h 329"/>
              <a:gd name="T12" fmla="*/ 31535 w 444"/>
              <a:gd name="T13" fmla="*/ 0 h 329"/>
              <a:gd name="T14" fmla="*/ 123889 w 444"/>
              <a:gd name="T15" fmla="*/ 0 h 329"/>
              <a:gd name="T16" fmla="*/ 123889 w 444"/>
              <a:gd name="T17" fmla="*/ 0 h 329"/>
              <a:gd name="T18" fmla="*/ 91903 w 444"/>
              <a:gd name="T19" fmla="*/ 31750 h 329"/>
              <a:gd name="T20" fmla="*/ 123889 w 444"/>
              <a:gd name="T21" fmla="*/ 68036 h 329"/>
              <a:gd name="T22" fmla="*/ 91903 w 444"/>
              <a:gd name="T23" fmla="*/ 131989 h 329"/>
              <a:gd name="T24" fmla="*/ 91903 w 444"/>
              <a:gd name="T25" fmla="*/ 148771 h 329"/>
              <a:gd name="T26" fmla="*/ 123889 w 444"/>
              <a:gd name="T27" fmla="*/ 0 h 32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444" h="329">
                <a:moveTo>
                  <a:pt x="70" y="0"/>
                </a:moveTo>
                <a:lnTo>
                  <a:pt x="70" y="0"/>
                </a:lnTo>
                <a:cubicBezTo>
                  <a:pt x="26" y="0"/>
                  <a:pt x="0" y="35"/>
                  <a:pt x="0" y="70"/>
                </a:cubicBezTo>
                <a:cubicBezTo>
                  <a:pt x="0" y="115"/>
                  <a:pt x="26" y="150"/>
                  <a:pt x="70" y="150"/>
                </a:cubicBezTo>
                <a:cubicBezTo>
                  <a:pt x="142" y="150"/>
                  <a:pt x="98" y="291"/>
                  <a:pt x="0" y="291"/>
                </a:cubicBezTo>
                <a:cubicBezTo>
                  <a:pt x="0" y="328"/>
                  <a:pt x="0" y="328"/>
                  <a:pt x="0" y="328"/>
                </a:cubicBezTo>
                <a:cubicBezTo>
                  <a:pt x="168" y="328"/>
                  <a:pt x="239" y="0"/>
                  <a:pt x="70" y="0"/>
                </a:cubicBezTo>
                <a:close/>
                <a:moveTo>
                  <a:pt x="275" y="0"/>
                </a:moveTo>
                <a:lnTo>
                  <a:pt x="275" y="0"/>
                </a:lnTo>
                <a:cubicBezTo>
                  <a:pt x="239" y="0"/>
                  <a:pt x="204" y="35"/>
                  <a:pt x="204" y="70"/>
                </a:cubicBezTo>
                <a:cubicBezTo>
                  <a:pt x="204" y="115"/>
                  <a:pt x="239" y="150"/>
                  <a:pt x="275" y="150"/>
                </a:cubicBezTo>
                <a:cubicBezTo>
                  <a:pt x="354" y="150"/>
                  <a:pt x="301" y="291"/>
                  <a:pt x="204" y="291"/>
                </a:cubicBezTo>
                <a:cubicBezTo>
                  <a:pt x="204" y="328"/>
                  <a:pt x="204" y="328"/>
                  <a:pt x="204" y="328"/>
                </a:cubicBezTo>
                <a:cubicBezTo>
                  <a:pt x="381" y="328"/>
                  <a:pt x="443" y="0"/>
                  <a:pt x="2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/>
          <a:p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E07997B-FE40-E1D5-3CA7-FA0A197A3351}"/>
              </a:ext>
            </a:extLst>
          </p:cNvPr>
          <p:cNvSpPr/>
          <p:nvPr/>
        </p:nvSpPr>
        <p:spPr>
          <a:xfrm>
            <a:off x="2075252" y="1835742"/>
            <a:ext cx="1986216" cy="772760"/>
          </a:xfrm>
          <a:prstGeom prst="roundRect">
            <a:avLst>
              <a:gd name="adj" fmla="val 2985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03F27D5-B3F1-052A-22A2-023A9D0B7EAA}"/>
              </a:ext>
            </a:extLst>
          </p:cNvPr>
          <p:cNvSpPr/>
          <p:nvPr/>
        </p:nvSpPr>
        <p:spPr>
          <a:xfrm rot="18314770">
            <a:off x="8439517" y="4314233"/>
            <a:ext cx="5677842" cy="5125719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E809D1-86DF-A095-F5C4-425632C8A704}"/>
              </a:ext>
            </a:extLst>
          </p:cNvPr>
          <p:cNvSpPr txBox="1"/>
          <p:nvPr/>
        </p:nvSpPr>
        <p:spPr>
          <a:xfrm>
            <a:off x="1671931" y="2723295"/>
            <a:ext cx="8579930" cy="844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sz="5400" dirty="0">
                <a:solidFill>
                  <a:schemeClr val="accent1"/>
                </a:solidFill>
              </a:rPr>
              <a:t>Doctors’ Comments</a:t>
            </a:r>
            <a:endParaRPr lang="en-US" sz="5400" b="0" spc="-150" dirty="0">
              <a:solidFill>
                <a:schemeClr val="accent1"/>
              </a:solidFill>
              <a:latin typeface="+mj-lt"/>
              <a:cs typeface="Poppins Bold" panose="000008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D16DC9-ADD2-5C8E-19D1-CAA68C1A9D62}"/>
              </a:ext>
            </a:extLst>
          </p:cNvPr>
          <p:cNvCxnSpPr>
            <a:cxnSpLocks/>
          </p:cNvCxnSpPr>
          <p:nvPr/>
        </p:nvCxnSpPr>
        <p:spPr>
          <a:xfrm>
            <a:off x="5105408" y="3712410"/>
            <a:ext cx="171297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732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F287B-35CE-6316-E3F1-2A16F02F0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CB399F9-90A2-84AB-6802-661E23E43BD5}"/>
              </a:ext>
            </a:extLst>
          </p:cNvPr>
          <p:cNvSpPr/>
          <p:nvPr/>
        </p:nvSpPr>
        <p:spPr>
          <a:xfrm>
            <a:off x="10650122" y="5216410"/>
            <a:ext cx="1541879" cy="1641591"/>
          </a:xfrm>
          <a:custGeom>
            <a:avLst/>
            <a:gdLst>
              <a:gd name="connsiteX0" fmla="*/ 913380 w 1541879"/>
              <a:gd name="connsiteY0" fmla="*/ 654 h 1641591"/>
              <a:gd name="connsiteX1" fmla="*/ 1449317 w 1541879"/>
              <a:gd name="connsiteY1" fmla="*/ 211770 h 1641591"/>
              <a:gd name="connsiteX2" fmla="*/ 1541879 w 1541879"/>
              <a:gd name="connsiteY2" fmla="*/ 275899 h 1641591"/>
              <a:gd name="connsiteX3" fmla="*/ 1541879 w 1541879"/>
              <a:gd name="connsiteY3" fmla="*/ 1641591 h 1641591"/>
              <a:gd name="connsiteX4" fmla="*/ 0 w 1541879"/>
              <a:gd name="connsiteY4" fmla="*/ 1641591 h 1641591"/>
              <a:gd name="connsiteX5" fmla="*/ 88278 w 1541879"/>
              <a:gd name="connsiteY5" fmla="*/ 1499281 h 1641591"/>
              <a:gd name="connsiteX6" fmla="*/ 180336 w 1541879"/>
              <a:gd name="connsiteY6" fmla="*/ 1154270 h 1641591"/>
              <a:gd name="connsiteX7" fmla="*/ 133443 w 1541879"/>
              <a:gd name="connsiteY7" fmla="*/ 689236 h 1641591"/>
              <a:gd name="connsiteX8" fmla="*/ 844729 w 1541879"/>
              <a:gd name="connsiteY8" fmla="*/ 2107 h 1641591"/>
              <a:gd name="connsiteX9" fmla="*/ 913380 w 1541879"/>
              <a:gd name="connsiteY9" fmla="*/ 654 h 1641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1879" h="1641591">
                <a:moveTo>
                  <a:pt x="913380" y="654"/>
                </a:moveTo>
                <a:cubicBezTo>
                  <a:pt x="1077873" y="9053"/>
                  <a:pt x="1270532" y="97407"/>
                  <a:pt x="1449317" y="211770"/>
                </a:cubicBezTo>
                <a:lnTo>
                  <a:pt x="1541879" y="275899"/>
                </a:lnTo>
                <a:lnTo>
                  <a:pt x="1541879" y="1641591"/>
                </a:lnTo>
                <a:lnTo>
                  <a:pt x="0" y="1641591"/>
                </a:lnTo>
                <a:lnTo>
                  <a:pt x="88278" y="1499281"/>
                </a:lnTo>
                <a:cubicBezTo>
                  <a:pt x="143597" y="1392756"/>
                  <a:pt x="178788" y="1279488"/>
                  <a:pt x="180336" y="1154270"/>
                </a:cubicBezTo>
                <a:cubicBezTo>
                  <a:pt x="183085" y="1000110"/>
                  <a:pt x="130693" y="843397"/>
                  <a:pt x="133443" y="689236"/>
                </a:cubicBezTo>
                <a:cubicBezTo>
                  <a:pt x="141493" y="325774"/>
                  <a:pt x="483321" y="32453"/>
                  <a:pt x="844729" y="2107"/>
                </a:cubicBezTo>
                <a:cubicBezTo>
                  <a:pt x="866956" y="-114"/>
                  <a:pt x="889880" y="-545"/>
                  <a:pt x="913380" y="654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73E984A-D8A8-A67B-AB13-93DAE8BA8938}"/>
              </a:ext>
            </a:extLst>
          </p:cNvPr>
          <p:cNvSpPr/>
          <p:nvPr/>
        </p:nvSpPr>
        <p:spPr>
          <a:xfrm rot="17202589">
            <a:off x="9240638" y="5368667"/>
            <a:ext cx="4650372" cy="4198160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E1221B-0DF4-6EFD-870C-88F02270BCBF}"/>
              </a:ext>
            </a:extLst>
          </p:cNvPr>
          <p:cNvSpPr txBox="1"/>
          <p:nvPr/>
        </p:nvSpPr>
        <p:spPr>
          <a:xfrm>
            <a:off x="2300581" y="352333"/>
            <a:ext cx="8579930" cy="705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4400" dirty="0"/>
              <a:t>Recorded Video</a:t>
            </a:r>
            <a:endParaRPr lang="en-US" sz="4400" b="0" spc="-150" dirty="0">
              <a:latin typeface="+mj-lt"/>
              <a:cs typeface="Poppins Bold" panose="00000800000000000000" pitchFamily="2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A361428-7CD3-FB09-563B-BFDC25A11C5A}"/>
              </a:ext>
            </a:extLst>
          </p:cNvPr>
          <p:cNvCxnSpPr>
            <a:cxnSpLocks/>
          </p:cNvCxnSpPr>
          <p:nvPr/>
        </p:nvCxnSpPr>
        <p:spPr>
          <a:xfrm>
            <a:off x="2446634" y="1211568"/>
            <a:ext cx="171297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633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EA673-FDB0-9D1D-E371-0862DB28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71">
            <a:extLst>
              <a:ext uri="{FF2B5EF4-FFF2-40B4-BE49-F238E27FC236}">
                <a16:creationId xmlns:a16="http://schemas.microsoft.com/office/drawing/2014/main" id="{90BD5089-0D4F-C1A7-9216-4C7DF723124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247996" y="1577985"/>
            <a:ext cx="474124" cy="353710"/>
          </a:xfrm>
          <a:custGeom>
            <a:avLst/>
            <a:gdLst>
              <a:gd name="T0" fmla="*/ 31535 w 444"/>
              <a:gd name="T1" fmla="*/ 0 h 329"/>
              <a:gd name="T2" fmla="*/ 31535 w 444"/>
              <a:gd name="T3" fmla="*/ 0 h 329"/>
              <a:gd name="T4" fmla="*/ 0 w 444"/>
              <a:gd name="T5" fmla="*/ 31750 h 329"/>
              <a:gd name="T6" fmla="*/ 31535 w 444"/>
              <a:gd name="T7" fmla="*/ 68036 h 329"/>
              <a:gd name="T8" fmla="*/ 0 w 444"/>
              <a:gd name="T9" fmla="*/ 131989 h 329"/>
              <a:gd name="T10" fmla="*/ 0 w 444"/>
              <a:gd name="T11" fmla="*/ 148771 h 329"/>
              <a:gd name="T12" fmla="*/ 31535 w 444"/>
              <a:gd name="T13" fmla="*/ 0 h 329"/>
              <a:gd name="T14" fmla="*/ 123889 w 444"/>
              <a:gd name="T15" fmla="*/ 0 h 329"/>
              <a:gd name="T16" fmla="*/ 123889 w 444"/>
              <a:gd name="T17" fmla="*/ 0 h 329"/>
              <a:gd name="T18" fmla="*/ 91903 w 444"/>
              <a:gd name="T19" fmla="*/ 31750 h 329"/>
              <a:gd name="T20" fmla="*/ 123889 w 444"/>
              <a:gd name="T21" fmla="*/ 68036 h 329"/>
              <a:gd name="T22" fmla="*/ 91903 w 444"/>
              <a:gd name="T23" fmla="*/ 131989 h 329"/>
              <a:gd name="T24" fmla="*/ 91903 w 444"/>
              <a:gd name="T25" fmla="*/ 148771 h 329"/>
              <a:gd name="T26" fmla="*/ 123889 w 444"/>
              <a:gd name="T27" fmla="*/ 0 h 32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444" h="329">
                <a:moveTo>
                  <a:pt x="70" y="0"/>
                </a:moveTo>
                <a:lnTo>
                  <a:pt x="70" y="0"/>
                </a:lnTo>
                <a:cubicBezTo>
                  <a:pt x="26" y="0"/>
                  <a:pt x="0" y="35"/>
                  <a:pt x="0" y="70"/>
                </a:cubicBezTo>
                <a:cubicBezTo>
                  <a:pt x="0" y="115"/>
                  <a:pt x="26" y="150"/>
                  <a:pt x="70" y="150"/>
                </a:cubicBezTo>
                <a:cubicBezTo>
                  <a:pt x="142" y="150"/>
                  <a:pt x="98" y="291"/>
                  <a:pt x="0" y="291"/>
                </a:cubicBezTo>
                <a:cubicBezTo>
                  <a:pt x="0" y="328"/>
                  <a:pt x="0" y="328"/>
                  <a:pt x="0" y="328"/>
                </a:cubicBezTo>
                <a:cubicBezTo>
                  <a:pt x="168" y="328"/>
                  <a:pt x="239" y="0"/>
                  <a:pt x="70" y="0"/>
                </a:cubicBezTo>
                <a:close/>
                <a:moveTo>
                  <a:pt x="275" y="0"/>
                </a:moveTo>
                <a:lnTo>
                  <a:pt x="275" y="0"/>
                </a:lnTo>
                <a:cubicBezTo>
                  <a:pt x="239" y="0"/>
                  <a:pt x="204" y="35"/>
                  <a:pt x="204" y="70"/>
                </a:cubicBezTo>
                <a:cubicBezTo>
                  <a:pt x="204" y="115"/>
                  <a:pt x="239" y="150"/>
                  <a:pt x="275" y="150"/>
                </a:cubicBezTo>
                <a:cubicBezTo>
                  <a:pt x="354" y="150"/>
                  <a:pt x="301" y="291"/>
                  <a:pt x="204" y="291"/>
                </a:cubicBezTo>
                <a:cubicBezTo>
                  <a:pt x="204" y="328"/>
                  <a:pt x="204" y="328"/>
                  <a:pt x="204" y="328"/>
                </a:cubicBezTo>
                <a:cubicBezTo>
                  <a:pt x="381" y="328"/>
                  <a:pt x="443" y="0"/>
                  <a:pt x="2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/>
          <a:p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8A94F7-0B66-9FDB-AA2E-4AD1E37D8F3C}"/>
              </a:ext>
            </a:extLst>
          </p:cNvPr>
          <p:cNvSpPr/>
          <p:nvPr/>
        </p:nvSpPr>
        <p:spPr>
          <a:xfrm>
            <a:off x="2075252" y="1835742"/>
            <a:ext cx="1986216" cy="772760"/>
          </a:xfrm>
          <a:prstGeom prst="roundRect">
            <a:avLst>
              <a:gd name="adj" fmla="val 2985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54939DB-37C2-9281-1286-EDC333284D93}"/>
              </a:ext>
            </a:extLst>
          </p:cNvPr>
          <p:cNvSpPr/>
          <p:nvPr/>
        </p:nvSpPr>
        <p:spPr>
          <a:xfrm rot="18314770">
            <a:off x="8439517" y="4314233"/>
            <a:ext cx="5677842" cy="5125719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FFBFFA-6474-95DA-CD81-20F8143F9C9D}"/>
              </a:ext>
            </a:extLst>
          </p:cNvPr>
          <p:cNvSpPr txBox="1"/>
          <p:nvPr/>
        </p:nvSpPr>
        <p:spPr>
          <a:xfrm>
            <a:off x="1671931" y="2723295"/>
            <a:ext cx="8579930" cy="844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sz="5400" dirty="0">
                <a:solidFill>
                  <a:schemeClr val="accent1"/>
                </a:solidFill>
              </a:rPr>
              <a:t>Backup Plan</a:t>
            </a:r>
            <a:endParaRPr lang="en-US" sz="5400" b="0" spc="-150" dirty="0">
              <a:solidFill>
                <a:schemeClr val="accent1"/>
              </a:solidFill>
              <a:latin typeface="+mj-lt"/>
              <a:cs typeface="Poppins Bold" panose="000008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2513B5-1D2E-FAE4-CA88-D7EC37E908AB}"/>
              </a:ext>
            </a:extLst>
          </p:cNvPr>
          <p:cNvCxnSpPr>
            <a:cxnSpLocks/>
          </p:cNvCxnSpPr>
          <p:nvPr/>
        </p:nvCxnSpPr>
        <p:spPr>
          <a:xfrm>
            <a:off x="5105408" y="3712410"/>
            <a:ext cx="171297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584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D66F1-AEAD-ADE6-84DD-A3302B85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4486E1C-5CDB-32B4-E46B-30A73ACB795C}"/>
              </a:ext>
            </a:extLst>
          </p:cNvPr>
          <p:cNvSpPr/>
          <p:nvPr/>
        </p:nvSpPr>
        <p:spPr>
          <a:xfrm>
            <a:off x="10650122" y="5216410"/>
            <a:ext cx="1541879" cy="1641591"/>
          </a:xfrm>
          <a:custGeom>
            <a:avLst/>
            <a:gdLst>
              <a:gd name="connsiteX0" fmla="*/ 913380 w 1541879"/>
              <a:gd name="connsiteY0" fmla="*/ 654 h 1641591"/>
              <a:gd name="connsiteX1" fmla="*/ 1449317 w 1541879"/>
              <a:gd name="connsiteY1" fmla="*/ 211770 h 1641591"/>
              <a:gd name="connsiteX2" fmla="*/ 1541879 w 1541879"/>
              <a:gd name="connsiteY2" fmla="*/ 275899 h 1641591"/>
              <a:gd name="connsiteX3" fmla="*/ 1541879 w 1541879"/>
              <a:gd name="connsiteY3" fmla="*/ 1641591 h 1641591"/>
              <a:gd name="connsiteX4" fmla="*/ 0 w 1541879"/>
              <a:gd name="connsiteY4" fmla="*/ 1641591 h 1641591"/>
              <a:gd name="connsiteX5" fmla="*/ 88278 w 1541879"/>
              <a:gd name="connsiteY5" fmla="*/ 1499281 h 1641591"/>
              <a:gd name="connsiteX6" fmla="*/ 180336 w 1541879"/>
              <a:gd name="connsiteY6" fmla="*/ 1154270 h 1641591"/>
              <a:gd name="connsiteX7" fmla="*/ 133443 w 1541879"/>
              <a:gd name="connsiteY7" fmla="*/ 689236 h 1641591"/>
              <a:gd name="connsiteX8" fmla="*/ 844729 w 1541879"/>
              <a:gd name="connsiteY8" fmla="*/ 2107 h 1641591"/>
              <a:gd name="connsiteX9" fmla="*/ 913380 w 1541879"/>
              <a:gd name="connsiteY9" fmla="*/ 654 h 1641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1879" h="1641591">
                <a:moveTo>
                  <a:pt x="913380" y="654"/>
                </a:moveTo>
                <a:cubicBezTo>
                  <a:pt x="1077873" y="9053"/>
                  <a:pt x="1270532" y="97407"/>
                  <a:pt x="1449317" y="211770"/>
                </a:cubicBezTo>
                <a:lnTo>
                  <a:pt x="1541879" y="275899"/>
                </a:lnTo>
                <a:lnTo>
                  <a:pt x="1541879" y="1641591"/>
                </a:lnTo>
                <a:lnTo>
                  <a:pt x="0" y="1641591"/>
                </a:lnTo>
                <a:lnTo>
                  <a:pt x="88278" y="1499281"/>
                </a:lnTo>
                <a:cubicBezTo>
                  <a:pt x="143597" y="1392756"/>
                  <a:pt x="178788" y="1279488"/>
                  <a:pt x="180336" y="1154270"/>
                </a:cubicBezTo>
                <a:cubicBezTo>
                  <a:pt x="183085" y="1000110"/>
                  <a:pt x="130693" y="843397"/>
                  <a:pt x="133443" y="689236"/>
                </a:cubicBezTo>
                <a:cubicBezTo>
                  <a:pt x="141493" y="325774"/>
                  <a:pt x="483321" y="32453"/>
                  <a:pt x="844729" y="2107"/>
                </a:cubicBezTo>
                <a:cubicBezTo>
                  <a:pt x="866956" y="-114"/>
                  <a:pt x="889880" y="-545"/>
                  <a:pt x="913380" y="654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9908544-9BD3-5515-1053-184B496D2D48}"/>
              </a:ext>
            </a:extLst>
          </p:cNvPr>
          <p:cNvSpPr/>
          <p:nvPr/>
        </p:nvSpPr>
        <p:spPr>
          <a:xfrm rot="17202589">
            <a:off x="9240638" y="5368667"/>
            <a:ext cx="4650372" cy="4198160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64592D-1438-329F-83DB-C46541B789F4}"/>
              </a:ext>
            </a:extLst>
          </p:cNvPr>
          <p:cNvSpPr txBox="1"/>
          <p:nvPr/>
        </p:nvSpPr>
        <p:spPr>
          <a:xfrm>
            <a:off x="2300581" y="352333"/>
            <a:ext cx="8579930" cy="705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4400" dirty="0"/>
              <a:t>Recorded Video</a:t>
            </a:r>
            <a:endParaRPr lang="en-US" sz="4400" b="0" spc="-150" dirty="0">
              <a:latin typeface="+mj-lt"/>
              <a:cs typeface="Poppins Bold" panose="00000800000000000000" pitchFamily="2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CE60A8-4EAB-058F-0832-D1062CE4A554}"/>
              </a:ext>
            </a:extLst>
          </p:cNvPr>
          <p:cNvCxnSpPr>
            <a:cxnSpLocks/>
          </p:cNvCxnSpPr>
          <p:nvPr/>
        </p:nvCxnSpPr>
        <p:spPr>
          <a:xfrm>
            <a:off x="2446634" y="1211568"/>
            <a:ext cx="171297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630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51676249-77B4-AA71-5ED7-CD8B6A9EE5D6}"/>
              </a:ext>
            </a:extLst>
          </p:cNvPr>
          <p:cNvSpPr/>
          <p:nvPr/>
        </p:nvSpPr>
        <p:spPr>
          <a:xfrm rot="21398448">
            <a:off x="10231295" y="-2648264"/>
            <a:ext cx="4973597" cy="4489955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E8FD28C-C5C5-BE8D-8024-3EF74E848008}"/>
              </a:ext>
            </a:extLst>
          </p:cNvPr>
          <p:cNvSpPr/>
          <p:nvPr/>
        </p:nvSpPr>
        <p:spPr>
          <a:xfrm rot="8438614">
            <a:off x="-2283349" y="5782016"/>
            <a:ext cx="4973597" cy="4489955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785451-0753-26FC-C328-800D8C9EFAE1}"/>
              </a:ext>
            </a:extLst>
          </p:cNvPr>
          <p:cNvSpPr txBox="1"/>
          <p:nvPr/>
        </p:nvSpPr>
        <p:spPr>
          <a:xfrm>
            <a:off x="509881" y="352333"/>
            <a:ext cx="8579930" cy="705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4400" dirty="0">
                <a:solidFill>
                  <a:schemeClr val="accent1"/>
                </a:solidFill>
              </a:rPr>
              <a:t>Screenshots</a:t>
            </a:r>
            <a:endParaRPr lang="en-US" sz="4400" b="0" spc="-150" dirty="0">
              <a:solidFill>
                <a:schemeClr val="accent1"/>
              </a:solidFill>
              <a:latin typeface="+mj-lt"/>
              <a:cs typeface="Poppins Bold" panose="00000800000000000000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B040B9-5DB2-7DD6-CEC8-B0410B663449}"/>
              </a:ext>
            </a:extLst>
          </p:cNvPr>
          <p:cNvCxnSpPr>
            <a:cxnSpLocks/>
          </p:cNvCxnSpPr>
          <p:nvPr/>
        </p:nvCxnSpPr>
        <p:spPr>
          <a:xfrm>
            <a:off x="655934" y="1211568"/>
            <a:ext cx="171297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454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EC015-49E5-5455-1DC7-64620784D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91155787-6733-650F-4DE0-9310C430E379}"/>
              </a:ext>
            </a:extLst>
          </p:cNvPr>
          <p:cNvSpPr/>
          <p:nvPr/>
        </p:nvSpPr>
        <p:spPr>
          <a:xfrm rot="13065532">
            <a:off x="10201176" y="-1931178"/>
            <a:ext cx="4973597" cy="4489955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CE8D941-1B2C-32B5-C131-778C34D1DB2E}"/>
              </a:ext>
            </a:extLst>
          </p:cNvPr>
          <p:cNvSpPr/>
          <p:nvPr/>
        </p:nvSpPr>
        <p:spPr>
          <a:xfrm rot="8438614">
            <a:off x="-2081851" y="5104962"/>
            <a:ext cx="4973597" cy="4489955"/>
          </a:xfrm>
          <a:custGeom>
            <a:avLst/>
            <a:gdLst>
              <a:gd name="connsiteX0" fmla="*/ 298209 w 806442"/>
              <a:gd name="connsiteY0" fmla="*/ 90552 h 728022"/>
              <a:gd name="connsiteX1" fmla="*/ 118186 w 806442"/>
              <a:gd name="connsiteY1" fmla="*/ 249620 h 728022"/>
              <a:gd name="connsiteX2" fmla="*/ 76 w 806442"/>
              <a:gd name="connsiteY2" fmla="*/ 434405 h 728022"/>
              <a:gd name="connsiteX3" fmla="*/ 112471 w 806442"/>
              <a:gd name="connsiteY3" fmla="*/ 563945 h 728022"/>
              <a:gd name="connsiteX4" fmla="*/ 193434 w 806442"/>
              <a:gd name="connsiteY4" fmla="*/ 560135 h 728022"/>
              <a:gd name="connsiteX5" fmla="*/ 404889 w 806442"/>
              <a:gd name="connsiteY5" fmla="*/ 704915 h 728022"/>
              <a:gd name="connsiteX6" fmla="*/ 685876 w 806442"/>
              <a:gd name="connsiteY6" fmla="*/ 660147 h 728022"/>
              <a:gd name="connsiteX7" fmla="*/ 801129 w 806442"/>
              <a:gd name="connsiteY7" fmla="*/ 511557 h 728022"/>
              <a:gd name="connsiteX8" fmla="*/ 740169 w 806442"/>
              <a:gd name="connsiteY8" fmla="*/ 344870 h 728022"/>
              <a:gd name="connsiteX9" fmla="*/ 592531 w 806442"/>
              <a:gd name="connsiteY9" fmla="*/ 267717 h 728022"/>
              <a:gd name="connsiteX10" fmla="*/ 611581 w 806442"/>
              <a:gd name="connsiteY10" fmla="*/ 150560 h 728022"/>
              <a:gd name="connsiteX11" fmla="*/ 513474 w 806442"/>
              <a:gd name="connsiteY11" fmla="*/ 7685 h 728022"/>
              <a:gd name="connsiteX12" fmla="*/ 334404 w 806442"/>
              <a:gd name="connsiteY12" fmla="*/ 42927 h 728022"/>
              <a:gd name="connsiteX13" fmla="*/ 298209 w 806442"/>
              <a:gd name="connsiteY13" fmla="*/ 90552 h 72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442" h="728022">
                <a:moveTo>
                  <a:pt x="298209" y="90552"/>
                </a:moveTo>
                <a:cubicBezTo>
                  <a:pt x="261061" y="164847"/>
                  <a:pt x="165811" y="212472"/>
                  <a:pt x="118186" y="249620"/>
                </a:cubicBezTo>
                <a:cubicBezTo>
                  <a:pt x="75324" y="283910"/>
                  <a:pt x="-2781" y="372492"/>
                  <a:pt x="76" y="434405"/>
                </a:cubicBezTo>
                <a:cubicBezTo>
                  <a:pt x="1981" y="497270"/>
                  <a:pt x="49606" y="559182"/>
                  <a:pt x="112471" y="563945"/>
                </a:cubicBezTo>
                <a:cubicBezTo>
                  <a:pt x="139141" y="565850"/>
                  <a:pt x="166764" y="558230"/>
                  <a:pt x="193434" y="560135"/>
                </a:cubicBezTo>
                <a:cubicBezTo>
                  <a:pt x="280111" y="565850"/>
                  <a:pt x="328689" y="663005"/>
                  <a:pt x="404889" y="704915"/>
                </a:cubicBezTo>
                <a:cubicBezTo>
                  <a:pt x="492519" y="753492"/>
                  <a:pt x="604914" y="719202"/>
                  <a:pt x="685876" y="660147"/>
                </a:cubicBezTo>
                <a:cubicBezTo>
                  <a:pt x="737311" y="623000"/>
                  <a:pt x="783984" y="573470"/>
                  <a:pt x="801129" y="511557"/>
                </a:cubicBezTo>
                <a:cubicBezTo>
                  <a:pt x="817321" y="449645"/>
                  <a:pt x="796366" y="375350"/>
                  <a:pt x="740169" y="344870"/>
                </a:cubicBezTo>
                <a:cubicBezTo>
                  <a:pt x="689686" y="317247"/>
                  <a:pt x="612534" y="322010"/>
                  <a:pt x="592531" y="267717"/>
                </a:cubicBezTo>
                <a:cubicBezTo>
                  <a:pt x="579196" y="229617"/>
                  <a:pt x="605866" y="190565"/>
                  <a:pt x="611581" y="150560"/>
                </a:cubicBezTo>
                <a:cubicBezTo>
                  <a:pt x="621106" y="88647"/>
                  <a:pt x="573481" y="26735"/>
                  <a:pt x="513474" y="7685"/>
                </a:cubicBezTo>
                <a:cubicBezTo>
                  <a:pt x="453466" y="-11365"/>
                  <a:pt x="385839" y="6732"/>
                  <a:pt x="334404" y="42927"/>
                </a:cubicBezTo>
                <a:cubicBezTo>
                  <a:pt x="319164" y="54357"/>
                  <a:pt x="307734" y="71502"/>
                  <a:pt x="298209" y="90552"/>
                </a:cubicBezTo>
              </a:path>
            </a:pathLst>
          </a:custGeom>
          <a:noFill/>
          <a:ln w="2857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997E97B-A29A-B187-3E61-A959A35DFA88}"/>
              </a:ext>
            </a:extLst>
          </p:cNvPr>
          <p:cNvGrpSpPr/>
          <p:nvPr/>
        </p:nvGrpSpPr>
        <p:grpSpPr>
          <a:xfrm>
            <a:off x="9678129" y="3236469"/>
            <a:ext cx="336500" cy="471692"/>
            <a:chOff x="9678129" y="3236469"/>
            <a:chExt cx="336500" cy="471692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1176ACC-7534-4357-515F-846BAB604734}"/>
                </a:ext>
              </a:extLst>
            </p:cNvPr>
            <p:cNvSpPr/>
            <p:nvPr/>
          </p:nvSpPr>
          <p:spPr>
            <a:xfrm>
              <a:off x="9678129" y="3371661"/>
              <a:ext cx="336500" cy="336500"/>
            </a:xfrm>
            <a:prstGeom prst="ellipse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D765451-3CFC-F50C-000E-3FCEB64B9F3C}"/>
                </a:ext>
              </a:extLst>
            </p:cNvPr>
            <p:cNvSpPr/>
            <p:nvPr/>
          </p:nvSpPr>
          <p:spPr>
            <a:xfrm>
              <a:off x="9737184" y="3430716"/>
              <a:ext cx="218390" cy="218390"/>
            </a:xfrm>
            <a:prstGeom prst="ellipse">
              <a:avLst/>
            </a:prstGeom>
            <a:solidFill>
              <a:schemeClr val="bg1"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Graphic 37">
              <a:extLst>
                <a:ext uri="{FF2B5EF4-FFF2-40B4-BE49-F238E27FC236}">
                  <a16:creationId xmlns:a16="http://schemas.microsoft.com/office/drawing/2014/main" id="{81B5BBC9-C786-DDEF-EB0F-FA4833740EDB}"/>
                </a:ext>
              </a:extLst>
            </p:cNvPr>
            <p:cNvSpPr/>
            <p:nvPr/>
          </p:nvSpPr>
          <p:spPr>
            <a:xfrm>
              <a:off x="9745929" y="3236469"/>
              <a:ext cx="268700" cy="319088"/>
            </a:xfrm>
            <a:custGeom>
              <a:avLst/>
              <a:gdLst>
                <a:gd name="connsiteX0" fmla="*/ 2774933 w 3251065"/>
                <a:gd name="connsiteY0" fmla="*/ 468325 h 3860749"/>
                <a:gd name="connsiteX1" fmla="*/ 476132 w 3251065"/>
                <a:gd name="connsiteY1" fmla="*/ 468325 h 3860749"/>
                <a:gd name="connsiteX2" fmla="*/ 450089 w 3251065"/>
                <a:gd name="connsiteY2" fmla="*/ 2703898 h 3860749"/>
                <a:gd name="connsiteX3" fmla="*/ 476132 w 3251065"/>
                <a:gd name="connsiteY3" fmla="*/ 2729941 h 3860749"/>
                <a:gd name="connsiteX4" fmla="*/ 1625431 w 3251065"/>
                <a:gd name="connsiteY4" fmla="*/ 3860749 h 3860749"/>
                <a:gd name="connsiteX5" fmla="*/ 2774933 w 3251065"/>
                <a:gd name="connsiteY5" fmla="*/ 2729941 h 3860749"/>
                <a:gd name="connsiteX6" fmla="*/ 2800976 w 3251065"/>
                <a:gd name="connsiteY6" fmla="*/ 494368 h 3860749"/>
                <a:gd name="connsiteX7" fmla="*/ 2774933 w 3251065"/>
                <a:gd name="connsiteY7" fmla="*/ 468325 h 3860749"/>
                <a:gd name="connsiteX8" fmla="*/ 1625431 w 3251065"/>
                <a:gd name="connsiteY8" fmla="*/ 2133549 h 3860749"/>
                <a:gd name="connsiteX9" fmla="*/ 1266174 w 3251065"/>
                <a:gd name="connsiteY9" fmla="*/ 1984807 h 3860749"/>
                <a:gd name="connsiteX10" fmla="*/ 1266174 w 3251065"/>
                <a:gd name="connsiteY10" fmla="*/ 1266292 h 3860749"/>
                <a:gd name="connsiteX11" fmla="*/ 1625431 w 3251065"/>
                <a:gd name="connsiteY11" fmla="*/ 1117549 h 3860749"/>
                <a:gd name="connsiteX12" fmla="*/ 1984689 w 3251065"/>
                <a:gd name="connsiteY12" fmla="*/ 1266292 h 3860749"/>
                <a:gd name="connsiteX13" fmla="*/ 1984689 w 3251065"/>
                <a:gd name="connsiteY13" fmla="*/ 1984807 h 3860749"/>
                <a:gd name="connsiteX14" fmla="*/ 1625431 w 3251065"/>
                <a:gd name="connsiteY14" fmla="*/ 2133549 h 386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51065" h="3860749">
                  <a:moveTo>
                    <a:pt x="2774933" y="468325"/>
                  </a:moveTo>
                  <a:cubicBezTo>
                    <a:pt x="2140137" y="-156108"/>
                    <a:pt x="1110929" y="-156108"/>
                    <a:pt x="476132" y="468325"/>
                  </a:cubicBezTo>
                  <a:cubicBezTo>
                    <a:pt x="-148396" y="1078470"/>
                    <a:pt x="-160056" y="2079370"/>
                    <a:pt x="450089" y="2703898"/>
                  </a:cubicBezTo>
                  <a:cubicBezTo>
                    <a:pt x="458668" y="2712680"/>
                    <a:pt x="467350" y="2721362"/>
                    <a:pt x="476132" y="2729941"/>
                  </a:cubicBezTo>
                  <a:lnTo>
                    <a:pt x="1625431" y="3860749"/>
                  </a:lnTo>
                  <a:lnTo>
                    <a:pt x="2774933" y="2729941"/>
                  </a:lnTo>
                  <a:cubicBezTo>
                    <a:pt x="3399462" y="2119797"/>
                    <a:pt x="3411121" y="1118896"/>
                    <a:pt x="2800976" y="494368"/>
                  </a:cubicBezTo>
                  <a:cubicBezTo>
                    <a:pt x="2792397" y="485587"/>
                    <a:pt x="2783715" y="476905"/>
                    <a:pt x="2774933" y="468325"/>
                  </a:cubicBezTo>
                  <a:close/>
                  <a:moveTo>
                    <a:pt x="1625431" y="2133549"/>
                  </a:moveTo>
                  <a:cubicBezTo>
                    <a:pt x="1489693" y="2133549"/>
                    <a:pt x="1362287" y="2080717"/>
                    <a:pt x="1266174" y="1984807"/>
                  </a:cubicBezTo>
                  <a:cubicBezTo>
                    <a:pt x="1068060" y="1786271"/>
                    <a:pt x="1068060" y="1464828"/>
                    <a:pt x="1266174" y="1266292"/>
                  </a:cubicBezTo>
                  <a:cubicBezTo>
                    <a:pt x="1362084" y="1170381"/>
                    <a:pt x="1489693" y="1117549"/>
                    <a:pt x="1625431" y="1117549"/>
                  </a:cubicBezTo>
                  <a:cubicBezTo>
                    <a:pt x="1761169" y="1117549"/>
                    <a:pt x="1888778" y="1170381"/>
                    <a:pt x="1984689" y="1266292"/>
                  </a:cubicBezTo>
                  <a:cubicBezTo>
                    <a:pt x="2182802" y="1464828"/>
                    <a:pt x="2182802" y="1786271"/>
                    <a:pt x="1984689" y="1984807"/>
                  </a:cubicBezTo>
                  <a:cubicBezTo>
                    <a:pt x="1888778" y="2080717"/>
                    <a:pt x="1761169" y="2133549"/>
                    <a:pt x="1625431" y="2133549"/>
                  </a:cubicBezTo>
                  <a:close/>
                </a:path>
              </a:pathLst>
            </a:custGeom>
            <a:solidFill>
              <a:schemeClr val="bg1"/>
            </a:solidFill>
            <a:ln w="2032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748C503-A020-E56D-3465-6623FBAE9301}"/>
              </a:ext>
            </a:extLst>
          </p:cNvPr>
          <p:cNvGrpSpPr/>
          <p:nvPr/>
        </p:nvGrpSpPr>
        <p:grpSpPr>
          <a:xfrm>
            <a:off x="5896837" y="3319625"/>
            <a:ext cx="336500" cy="488633"/>
            <a:chOff x="5896837" y="3319625"/>
            <a:chExt cx="336500" cy="488633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5CD0488-E5A7-DA59-1C80-C12B644C50A7}"/>
                </a:ext>
              </a:extLst>
            </p:cNvPr>
            <p:cNvSpPr/>
            <p:nvPr/>
          </p:nvSpPr>
          <p:spPr>
            <a:xfrm>
              <a:off x="5896837" y="3471758"/>
              <a:ext cx="336500" cy="336500"/>
            </a:xfrm>
            <a:prstGeom prst="ellipse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97B0B63-3DCD-A80E-10E8-C671DA52BBEA}"/>
                </a:ext>
              </a:extLst>
            </p:cNvPr>
            <p:cNvSpPr/>
            <p:nvPr/>
          </p:nvSpPr>
          <p:spPr>
            <a:xfrm>
              <a:off x="5955892" y="3530813"/>
              <a:ext cx="218390" cy="218390"/>
            </a:xfrm>
            <a:prstGeom prst="ellipse">
              <a:avLst/>
            </a:prstGeom>
            <a:solidFill>
              <a:schemeClr val="bg1"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Graphic 37">
              <a:extLst>
                <a:ext uri="{FF2B5EF4-FFF2-40B4-BE49-F238E27FC236}">
                  <a16:creationId xmlns:a16="http://schemas.microsoft.com/office/drawing/2014/main" id="{030734BC-71D7-4398-4550-624E6AA73713}"/>
                </a:ext>
              </a:extLst>
            </p:cNvPr>
            <p:cNvSpPr/>
            <p:nvPr/>
          </p:nvSpPr>
          <p:spPr>
            <a:xfrm>
              <a:off x="5930737" y="3319625"/>
              <a:ext cx="268700" cy="319088"/>
            </a:xfrm>
            <a:custGeom>
              <a:avLst/>
              <a:gdLst>
                <a:gd name="connsiteX0" fmla="*/ 2774933 w 3251065"/>
                <a:gd name="connsiteY0" fmla="*/ 468325 h 3860749"/>
                <a:gd name="connsiteX1" fmla="*/ 476132 w 3251065"/>
                <a:gd name="connsiteY1" fmla="*/ 468325 h 3860749"/>
                <a:gd name="connsiteX2" fmla="*/ 450089 w 3251065"/>
                <a:gd name="connsiteY2" fmla="*/ 2703898 h 3860749"/>
                <a:gd name="connsiteX3" fmla="*/ 476132 w 3251065"/>
                <a:gd name="connsiteY3" fmla="*/ 2729941 h 3860749"/>
                <a:gd name="connsiteX4" fmla="*/ 1625431 w 3251065"/>
                <a:gd name="connsiteY4" fmla="*/ 3860749 h 3860749"/>
                <a:gd name="connsiteX5" fmla="*/ 2774933 w 3251065"/>
                <a:gd name="connsiteY5" fmla="*/ 2729941 h 3860749"/>
                <a:gd name="connsiteX6" fmla="*/ 2800976 w 3251065"/>
                <a:gd name="connsiteY6" fmla="*/ 494368 h 3860749"/>
                <a:gd name="connsiteX7" fmla="*/ 2774933 w 3251065"/>
                <a:gd name="connsiteY7" fmla="*/ 468325 h 3860749"/>
                <a:gd name="connsiteX8" fmla="*/ 1625431 w 3251065"/>
                <a:gd name="connsiteY8" fmla="*/ 2133549 h 3860749"/>
                <a:gd name="connsiteX9" fmla="*/ 1266174 w 3251065"/>
                <a:gd name="connsiteY9" fmla="*/ 1984807 h 3860749"/>
                <a:gd name="connsiteX10" fmla="*/ 1266174 w 3251065"/>
                <a:gd name="connsiteY10" fmla="*/ 1266292 h 3860749"/>
                <a:gd name="connsiteX11" fmla="*/ 1625431 w 3251065"/>
                <a:gd name="connsiteY11" fmla="*/ 1117549 h 3860749"/>
                <a:gd name="connsiteX12" fmla="*/ 1984689 w 3251065"/>
                <a:gd name="connsiteY12" fmla="*/ 1266292 h 3860749"/>
                <a:gd name="connsiteX13" fmla="*/ 1984689 w 3251065"/>
                <a:gd name="connsiteY13" fmla="*/ 1984807 h 3860749"/>
                <a:gd name="connsiteX14" fmla="*/ 1625431 w 3251065"/>
                <a:gd name="connsiteY14" fmla="*/ 2133549 h 386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51065" h="3860749">
                  <a:moveTo>
                    <a:pt x="2774933" y="468325"/>
                  </a:moveTo>
                  <a:cubicBezTo>
                    <a:pt x="2140137" y="-156108"/>
                    <a:pt x="1110929" y="-156108"/>
                    <a:pt x="476132" y="468325"/>
                  </a:cubicBezTo>
                  <a:cubicBezTo>
                    <a:pt x="-148396" y="1078470"/>
                    <a:pt x="-160056" y="2079370"/>
                    <a:pt x="450089" y="2703898"/>
                  </a:cubicBezTo>
                  <a:cubicBezTo>
                    <a:pt x="458668" y="2712680"/>
                    <a:pt x="467350" y="2721362"/>
                    <a:pt x="476132" y="2729941"/>
                  </a:cubicBezTo>
                  <a:lnTo>
                    <a:pt x="1625431" y="3860749"/>
                  </a:lnTo>
                  <a:lnTo>
                    <a:pt x="2774933" y="2729941"/>
                  </a:lnTo>
                  <a:cubicBezTo>
                    <a:pt x="3399462" y="2119797"/>
                    <a:pt x="3411121" y="1118896"/>
                    <a:pt x="2800976" y="494368"/>
                  </a:cubicBezTo>
                  <a:cubicBezTo>
                    <a:pt x="2792397" y="485587"/>
                    <a:pt x="2783715" y="476905"/>
                    <a:pt x="2774933" y="468325"/>
                  </a:cubicBezTo>
                  <a:close/>
                  <a:moveTo>
                    <a:pt x="1625431" y="2133549"/>
                  </a:moveTo>
                  <a:cubicBezTo>
                    <a:pt x="1489693" y="2133549"/>
                    <a:pt x="1362287" y="2080717"/>
                    <a:pt x="1266174" y="1984807"/>
                  </a:cubicBezTo>
                  <a:cubicBezTo>
                    <a:pt x="1068060" y="1786271"/>
                    <a:pt x="1068060" y="1464828"/>
                    <a:pt x="1266174" y="1266292"/>
                  </a:cubicBezTo>
                  <a:cubicBezTo>
                    <a:pt x="1362084" y="1170381"/>
                    <a:pt x="1489693" y="1117549"/>
                    <a:pt x="1625431" y="1117549"/>
                  </a:cubicBezTo>
                  <a:cubicBezTo>
                    <a:pt x="1761169" y="1117549"/>
                    <a:pt x="1888778" y="1170381"/>
                    <a:pt x="1984689" y="1266292"/>
                  </a:cubicBezTo>
                  <a:cubicBezTo>
                    <a:pt x="2182802" y="1464828"/>
                    <a:pt x="2182802" y="1786271"/>
                    <a:pt x="1984689" y="1984807"/>
                  </a:cubicBezTo>
                  <a:cubicBezTo>
                    <a:pt x="1888778" y="2080717"/>
                    <a:pt x="1761169" y="2133549"/>
                    <a:pt x="1625431" y="2133549"/>
                  </a:cubicBezTo>
                  <a:close/>
                </a:path>
              </a:pathLst>
            </a:custGeom>
            <a:solidFill>
              <a:schemeClr val="bg1"/>
            </a:solidFill>
            <a:ln w="2032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1776A7F-BAA7-F089-62FD-07C342B95FC5}"/>
              </a:ext>
            </a:extLst>
          </p:cNvPr>
          <p:cNvGrpSpPr/>
          <p:nvPr/>
        </p:nvGrpSpPr>
        <p:grpSpPr>
          <a:xfrm>
            <a:off x="6619987" y="4592963"/>
            <a:ext cx="336500" cy="488633"/>
            <a:chOff x="6619987" y="4592963"/>
            <a:chExt cx="336500" cy="488633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234C3A9-8744-A872-4657-8F268A1CF9BF}"/>
                </a:ext>
              </a:extLst>
            </p:cNvPr>
            <p:cNvSpPr/>
            <p:nvPr/>
          </p:nvSpPr>
          <p:spPr>
            <a:xfrm>
              <a:off x="6619987" y="4745096"/>
              <a:ext cx="336500" cy="336500"/>
            </a:xfrm>
            <a:prstGeom prst="ellipse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0D54B5C-6E33-DAAC-5169-D8E881063A91}"/>
                </a:ext>
              </a:extLst>
            </p:cNvPr>
            <p:cNvSpPr/>
            <p:nvPr/>
          </p:nvSpPr>
          <p:spPr>
            <a:xfrm>
              <a:off x="6679042" y="4804151"/>
              <a:ext cx="218390" cy="218390"/>
            </a:xfrm>
            <a:prstGeom prst="ellipse">
              <a:avLst/>
            </a:prstGeom>
            <a:solidFill>
              <a:schemeClr val="bg1"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Graphic 37">
              <a:extLst>
                <a:ext uri="{FF2B5EF4-FFF2-40B4-BE49-F238E27FC236}">
                  <a16:creationId xmlns:a16="http://schemas.microsoft.com/office/drawing/2014/main" id="{21FF3119-E9A6-EE1E-E90D-D60E698DD573}"/>
                </a:ext>
              </a:extLst>
            </p:cNvPr>
            <p:cNvSpPr/>
            <p:nvPr/>
          </p:nvSpPr>
          <p:spPr>
            <a:xfrm>
              <a:off x="6653887" y="4592963"/>
              <a:ext cx="268700" cy="319088"/>
            </a:xfrm>
            <a:custGeom>
              <a:avLst/>
              <a:gdLst>
                <a:gd name="connsiteX0" fmla="*/ 2774933 w 3251065"/>
                <a:gd name="connsiteY0" fmla="*/ 468325 h 3860749"/>
                <a:gd name="connsiteX1" fmla="*/ 476132 w 3251065"/>
                <a:gd name="connsiteY1" fmla="*/ 468325 h 3860749"/>
                <a:gd name="connsiteX2" fmla="*/ 450089 w 3251065"/>
                <a:gd name="connsiteY2" fmla="*/ 2703898 h 3860749"/>
                <a:gd name="connsiteX3" fmla="*/ 476132 w 3251065"/>
                <a:gd name="connsiteY3" fmla="*/ 2729941 h 3860749"/>
                <a:gd name="connsiteX4" fmla="*/ 1625431 w 3251065"/>
                <a:gd name="connsiteY4" fmla="*/ 3860749 h 3860749"/>
                <a:gd name="connsiteX5" fmla="*/ 2774933 w 3251065"/>
                <a:gd name="connsiteY5" fmla="*/ 2729941 h 3860749"/>
                <a:gd name="connsiteX6" fmla="*/ 2800976 w 3251065"/>
                <a:gd name="connsiteY6" fmla="*/ 494368 h 3860749"/>
                <a:gd name="connsiteX7" fmla="*/ 2774933 w 3251065"/>
                <a:gd name="connsiteY7" fmla="*/ 468325 h 3860749"/>
                <a:gd name="connsiteX8" fmla="*/ 1625431 w 3251065"/>
                <a:gd name="connsiteY8" fmla="*/ 2133549 h 3860749"/>
                <a:gd name="connsiteX9" fmla="*/ 1266174 w 3251065"/>
                <a:gd name="connsiteY9" fmla="*/ 1984807 h 3860749"/>
                <a:gd name="connsiteX10" fmla="*/ 1266174 w 3251065"/>
                <a:gd name="connsiteY10" fmla="*/ 1266292 h 3860749"/>
                <a:gd name="connsiteX11" fmla="*/ 1625431 w 3251065"/>
                <a:gd name="connsiteY11" fmla="*/ 1117549 h 3860749"/>
                <a:gd name="connsiteX12" fmla="*/ 1984689 w 3251065"/>
                <a:gd name="connsiteY12" fmla="*/ 1266292 h 3860749"/>
                <a:gd name="connsiteX13" fmla="*/ 1984689 w 3251065"/>
                <a:gd name="connsiteY13" fmla="*/ 1984807 h 3860749"/>
                <a:gd name="connsiteX14" fmla="*/ 1625431 w 3251065"/>
                <a:gd name="connsiteY14" fmla="*/ 2133549 h 386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51065" h="3860749">
                  <a:moveTo>
                    <a:pt x="2774933" y="468325"/>
                  </a:moveTo>
                  <a:cubicBezTo>
                    <a:pt x="2140137" y="-156108"/>
                    <a:pt x="1110929" y="-156108"/>
                    <a:pt x="476132" y="468325"/>
                  </a:cubicBezTo>
                  <a:cubicBezTo>
                    <a:pt x="-148396" y="1078470"/>
                    <a:pt x="-160056" y="2079370"/>
                    <a:pt x="450089" y="2703898"/>
                  </a:cubicBezTo>
                  <a:cubicBezTo>
                    <a:pt x="458668" y="2712680"/>
                    <a:pt x="467350" y="2721362"/>
                    <a:pt x="476132" y="2729941"/>
                  </a:cubicBezTo>
                  <a:lnTo>
                    <a:pt x="1625431" y="3860749"/>
                  </a:lnTo>
                  <a:lnTo>
                    <a:pt x="2774933" y="2729941"/>
                  </a:lnTo>
                  <a:cubicBezTo>
                    <a:pt x="3399462" y="2119797"/>
                    <a:pt x="3411121" y="1118896"/>
                    <a:pt x="2800976" y="494368"/>
                  </a:cubicBezTo>
                  <a:cubicBezTo>
                    <a:pt x="2792397" y="485587"/>
                    <a:pt x="2783715" y="476905"/>
                    <a:pt x="2774933" y="468325"/>
                  </a:cubicBezTo>
                  <a:close/>
                  <a:moveTo>
                    <a:pt x="1625431" y="2133549"/>
                  </a:moveTo>
                  <a:cubicBezTo>
                    <a:pt x="1489693" y="2133549"/>
                    <a:pt x="1362287" y="2080717"/>
                    <a:pt x="1266174" y="1984807"/>
                  </a:cubicBezTo>
                  <a:cubicBezTo>
                    <a:pt x="1068060" y="1786271"/>
                    <a:pt x="1068060" y="1464828"/>
                    <a:pt x="1266174" y="1266292"/>
                  </a:cubicBezTo>
                  <a:cubicBezTo>
                    <a:pt x="1362084" y="1170381"/>
                    <a:pt x="1489693" y="1117549"/>
                    <a:pt x="1625431" y="1117549"/>
                  </a:cubicBezTo>
                  <a:cubicBezTo>
                    <a:pt x="1761169" y="1117549"/>
                    <a:pt x="1888778" y="1170381"/>
                    <a:pt x="1984689" y="1266292"/>
                  </a:cubicBezTo>
                  <a:cubicBezTo>
                    <a:pt x="2182802" y="1464828"/>
                    <a:pt x="2182802" y="1786271"/>
                    <a:pt x="1984689" y="1984807"/>
                  </a:cubicBezTo>
                  <a:cubicBezTo>
                    <a:pt x="1888778" y="2080717"/>
                    <a:pt x="1761169" y="2133549"/>
                    <a:pt x="1625431" y="2133549"/>
                  </a:cubicBezTo>
                  <a:close/>
                </a:path>
              </a:pathLst>
            </a:custGeom>
            <a:solidFill>
              <a:schemeClr val="bg1"/>
            </a:solidFill>
            <a:ln w="2032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781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6">
      <a:dk1>
        <a:srgbClr val="2B2367"/>
      </a:dk1>
      <a:lt1>
        <a:srgbClr val="FFFFFF"/>
      </a:lt1>
      <a:dk2>
        <a:srgbClr val="44546A"/>
      </a:dk2>
      <a:lt2>
        <a:srgbClr val="E7E6E6"/>
      </a:lt2>
      <a:accent1>
        <a:srgbClr val="3B308C"/>
      </a:accent1>
      <a:accent2>
        <a:srgbClr val="FF6B54"/>
      </a:accent2>
      <a:accent3>
        <a:srgbClr val="7A6FCE"/>
      </a:accent3>
      <a:accent4>
        <a:srgbClr val="FFFFFF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Custom 4">
      <a:majorFont>
        <a:latin typeface="Poppi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3824</TotalTime>
  <Words>414</Words>
  <Application>Microsoft Office PowerPoint</Application>
  <PresentationFormat>Widescreen</PresentationFormat>
  <Paragraphs>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Algerian</vt:lpstr>
      <vt:lpstr>Arial</vt:lpstr>
      <vt:lpstr>Calibri</vt:lpstr>
      <vt:lpstr>Chivo</vt:lpstr>
      <vt:lpstr>Chivo Light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10</dc:creator>
  <cp:lastModifiedBy>RAVINDU S.L it22587756</cp:lastModifiedBy>
  <cp:revision>169</cp:revision>
  <dcterms:created xsi:type="dcterms:W3CDTF">2023-01-02T01:16:19Z</dcterms:created>
  <dcterms:modified xsi:type="dcterms:W3CDTF">2026-03-09T03:24:53Z</dcterms:modified>
</cp:coreProperties>
</file>